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56" r:id="rId5"/>
    <p:sldId id="257" r:id="rId6"/>
    <p:sldId id="258" r:id="rId7"/>
    <p:sldId id="261" r:id="rId8"/>
    <p:sldId id="262" r:id="rId9"/>
    <p:sldId id="263" r:id="rId10"/>
    <p:sldId id="264" r:id="rId11"/>
    <p:sldId id="267" r:id="rId12"/>
    <p:sldId id="265" r:id="rId13"/>
    <p:sldId id="266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7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20.02.2026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15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895550" y="6059646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Corneaux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838200" y="6110378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3E06E0-A1F6-EE09-82B9-909CF77BD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Using the boards IMU to detect the type of punch that is thrown</a:t>
            </a:r>
          </a:p>
          <a:p>
            <a:pPr lvl="1"/>
            <a:r>
              <a:rPr lang="en-GB" dirty="0"/>
              <a:t>Jab</a:t>
            </a:r>
          </a:p>
          <a:p>
            <a:pPr lvl="1"/>
            <a:r>
              <a:rPr lang="en-GB" noProof="0" dirty="0"/>
              <a:t>Hook</a:t>
            </a:r>
          </a:p>
          <a:p>
            <a:pPr lvl="1"/>
            <a:r>
              <a:rPr lang="en-GB" dirty="0"/>
              <a:t>Uppercut</a:t>
            </a:r>
            <a:endParaRPr lang="en-GB" noProof="0" dirty="0"/>
          </a:p>
          <a:p>
            <a:r>
              <a:rPr lang="en-GB" noProof="0" dirty="0"/>
              <a:t>Helping boxers to analyse their performance</a:t>
            </a:r>
          </a:p>
          <a:p>
            <a:r>
              <a:rPr lang="en-GB" noProof="0" dirty="0"/>
              <a:t>Understanding what combinations are used often</a:t>
            </a:r>
          </a:p>
          <a:p>
            <a:r>
              <a:rPr lang="en-GB" dirty="0"/>
              <a:t>Expanding the boxer’s horizon by playing a game that demands different combinations</a:t>
            </a:r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5307B1-6A46-7F31-83D7-447B0208F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dirty="0"/>
              <a:t>Holder can be fixated using boxing gloves latch</a:t>
            </a:r>
          </a:p>
          <a:p>
            <a:r>
              <a:rPr lang="en-GB" dirty="0"/>
              <a:t>Custom fit cavity for battery</a:t>
            </a:r>
          </a:p>
          <a:p>
            <a:r>
              <a:rPr lang="en-GB" dirty="0"/>
              <a:t>PSoC 6 is screwed on top</a:t>
            </a:r>
          </a:p>
          <a:p>
            <a:r>
              <a:rPr lang="en-GB" dirty="0"/>
              <a:t>Worked perfectly during testing</a:t>
            </a:r>
          </a:p>
          <a:p>
            <a:endParaRPr lang="en-GB" dirty="0"/>
          </a:p>
          <a:p>
            <a:endParaRPr lang="en-GB" noProof="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/>
              <a:t>23.02.2026</a:t>
            </a:r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712312" y="681037"/>
            <a:ext cx="5343971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98913-DDB8-2AB6-B450-694B78EB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Sampled roughly 1h30min of data</a:t>
            </a:r>
          </a:p>
          <a:p>
            <a:pPr lvl="1"/>
            <a:r>
              <a:rPr lang="en-GB" noProof="0" dirty="0"/>
              <a:t>Of which 1h con</a:t>
            </a:r>
            <a:r>
              <a:rPr lang="en-GB" dirty="0"/>
              <a:t>sist of labelled data and the rest is unlabelled</a:t>
            </a:r>
          </a:p>
          <a:p>
            <a:r>
              <a:rPr lang="en-GB" dirty="0"/>
              <a:t>Data was sampled of all three members each using different types of speed and technique</a:t>
            </a:r>
          </a:p>
          <a:p>
            <a:r>
              <a:rPr lang="en-GB" dirty="0"/>
              <a:t>Testing showed that using smaller sliding windows and small prediction frequencies increased accuracy of model</a:t>
            </a:r>
          </a:p>
          <a:p>
            <a:endParaRPr lang="en-GB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 &amp; Model Creation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Overlapping labels</a:t>
            </a:r>
          </a:p>
          <a:p>
            <a:r>
              <a:rPr lang="en-GB" dirty="0"/>
              <a:t>Code generation only worked for one member</a:t>
            </a:r>
          </a:p>
          <a:p>
            <a:r>
              <a:rPr lang="en-GB" noProof="0" dirty="0"/>
              <a:t>No clear indications on what ma</a:t>
            </a:r>
            <a:r>
              <a:rPr lang="en-GB" dirty="0" err="1"/>
              <a:t>kes</a:t>
            </a:r>
            <a:r>
              <a:rPr lang="en-GB" dirty="0"/>
              <a:t> model better or worse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8B87C8-6E80-5220-D562-38D83250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 the difference was too great in sampled data only data of one creator was used </a:t>
            </a:r>
            <a:r>
              <a:rPr lang="en-GB" dirty="0"/>
              <a:t>to create final model</a:t>
            </a:r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6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E40E54-2750-D826-2B85-E09956ACC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513D45-7E88-18F0-3C4E-A5367BD6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CB177610-EA83-8840-09D2-B29A8FF3B992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206E-F9F0-B1F3-3831-EFA56FAF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51015-7065-37DE-2A96-992FCAE30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2E0872-877F-0BA3-51D1-35C51BF24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Implementing the game function</a:t>
            </a:r>
          </a:p>
          <a:p>
            <a:r>
              <a:rPr lang="en-GB" dirty="0"/>
              <a:t>Gathering more sampling data</a:t>
            </a:r>
          </a:p>
          <a:p>
            <a:r>
              <a:rPr lang="en-GB" noProof="0" dirty="0"/>
              <a:t>Creating a function to read the velocity of thrown punches</a:t>
            </a:r>
          </a:p>
          <a:p>
            <a:r>
              <a:rPr lang="en-GB" noProof="0" dirty="0"/>
              <a:t>Using the boards button </a:t>
            </a:r>
            <a:r>
              <a:rPr lang="en-GB" dirty="0"/>
              <a:t>to start and stop sessions</a:t>
            </a:r>
          </a:p>
          <a:p>
            <a:r>
              <a:rPr lang="en-GB" noProof="0" dirty="0"/>
              <a:t>Creation of c</a:t>
            </a:r>
            <a:r>
              <a:rPr lang="en-GB" dirty="0"/>
              <a:t>harts for easier understanding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5D3B9EB-9901-5950-F169-B1D0A08C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A053F44-783F-C8DC-CE39-9F9027F85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8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FDB87BB3-2B66-4842-355C-9286C653C6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Possible ways to make it better in the future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54629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E37B-A8A4-7DB3-BEB2-DDA5B763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AEA4DC-F199-EB31-C94A-11133538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DDAACB-99BB-6170-0A2C-8EBAB1148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69C4BA-EF15-6CA1-572B-0396522A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1049F99-5A55-8940-7F57-531D947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5492079-CC3B-A13A-1CB8-A2687315E1D2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Thank you for your attention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1527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</Words>
  <Application>Microsoft Office PowerPoint</Application>
  <PresentationFormat>Breitbild</PresentationFormat>
  <Paragraphs>58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Riedelberger, Tobias</cp:lastModifiedBy>
  <cp:revision>1</cp:revision>
  <dcterms:created xsi:type="dcterms:W3CDTF">2026-02-20T16:22:17Z</dcterms:created>
  <dcterms:modified xsi:type="dcterms:W3CDTF">2026-02-20T19:47:29Z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