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256" r:id="rId5"/>
    <p:sldId id="257" r:id="rId6"/>
    <p:sldId id="258" r:id="rId7"/>
    <p:sldId id="261" r:id="rId8"/>
    <p:sldId id="263" r:id="rId9"/>
    <p:sldId id="264" r:id="rId10"/>
    <p:sldId id="270" r:id="rId11"/>
    <p:sldId id="275" r:id="rId12"/>
    <p:sldId id="274" r:id="rId13"/>
    <p:sldId id="273" r:id="rId14"/>
    <p:sldId id="262" r:id="rId15"/>
    <p:sldId id="265" r:id="rId16"/>
    <p:sldId id="277" r:id="rId17"/>
    <p:sldId id="276" r:id="rId1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41" autoAdjust="0"/>
    <p:restoredTop sz="76271" autoAdjust="0"/>
  </p:normalViewPr>
  <p:slideViewPr>
    <p:cSldViewPr snapToGrid="0">
      <p:cViewPr>
        <p:scale>
          <a:sx n="100" d="100"/>
          <a:sy n="100" d="100"/>
        </p:scale>
        <p:origin x="864" y="-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157F80-1358-4351-A98A-0DA347A81BC5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3C932FE-BF2B-4E21-932F-4053642F8C3D}">
      <dgm:prSet/>
      <dgm:spPr/>
      <dgm:t>
        <a:bodyPr/>
        <a:lstStyle/>
        <a:p>
          <a:r>
            <a:rPr lang="en-GB"/>
            <a:t>Purpose</a:t>
          </a:r>
          <a:endParaRPr lang="en-US"/>
        </a:p>
      </dgm:t>
    </dgm:pt>
    <dgm:pt modelId="{41D2AE8F-1317-4BC2-88DB-D94A62C468EE}" type="parTrans" cxnId="{1CF03A79-8680-4E18-99C0-108336ABAECA}">
      <dgm:prSet/>
      <dgm:spPr/>
      <dgm:t>
        <a:bodyPr/>
        <a:lstStyle/>
        <a:p>
          <a:endParaRPr lang="en-US"/>
        </a:p>
      </dgm:t>
    </dgm:pt>
    <dgm:pt modelId="{91EE9E03-2621-4E9E-833E-BF2CF7A6739D}" type="sibTrans" cxnId="{1CF03A79-8680-4E18-99C0-108336ABAECA}">
      <dgm:prSet/>
      <dgm:spPr/>
      <dgm:t>
        <a:bodyPr/>
        <a:lstStyle/>
        <a:p>
          <a:endParaRPr lang="en-US"/>
        </a:p>
      </dgm:t>
    </dgm:pt>
    <dgm:pt modelId="{620466E7-4467-4504-81B0-0BF15B240B7F}">
      <dgm:prSet/>
      <dgm:spPr/>
      <dgm:t>
        <a:bodyPr/>
        <a:lstStyle/>
        <a:p>
          <a:r>
            <a:rPr lang="en-GB" dirty="0"/>
            <a:t>Accurate collection and evaluation of data</a:t>
          </a:r>
          <a:endParaRPr lang="en-US" dirty="0"/>
        </a:p>
      </dgm:t>
    </dgm:pt>
    <dgm:pt modelId="{162A0734-7C2D-4D00-B0FA-F6AC484F6DB4}" type="parTrans" cxnId="{053C3A39-8CC8-4411-9641-7512D78BC95C}">
      <dgm:prSet/>
      <dgm:spPr/>
      <dgm:t>
        <a:bodyPr/>
        <a:lstStyle/>
        <a:p>
          <a:endParaRPr lang="en-US"/>
        </a:p>
      </dgm:t>
    </dgm:pt>
    <dgm:pt modelId="{21F57C05-08BE-4E4F-9D5F-20FAB4DF5524}" type="sibTrans" cxnId="{053C3A39-8CC8-4411-9641-7512D78BC95C}">
      <dgm:prSet/>
      <dgm:spPr/>
      <dgm:t>
        <a:bodyPr/>
        <a:lstStyle/>
        <a:p>
          <a:endParaRPr lang="en-US"/>
        </a:p>
      </dgm:t>
    </dgm:pt>
    <dgm:pt modelId="{966E1A80-AEFF-45C7-AF9F-86E297631F21}">
      <dgm:prSet/>
      <dgm:spPr/>
      <dgm:t>
        <a:bodyPr/>
        <a:lstStyle/>
        <a:p>
          <a:r>
            <a:rPr lang="en-GB"/>
            <a:t>Construction</a:t>
          </a:r>
          <a:endParaRPr lang="en-US"/>
        </a:p>
      </dgm:t>
    </dgm:pt>
    <dgm:pt modelId="{A884D87B-347C-4BFF-8667-052570C8A535}" type="parTrans" cxnId="{2F999C60-6E90-4DA6-BD07-E05E58637651}">
      <dgm:prSet/>
      <dgm:spPr/>
      <dgm:t>
        <a:bodyPr/>
        <a:lstStyle/>
        <a:p>
          <a:endParaRPr lang="en-US"/>
        </a:p>
      </dgm:t>
    </dgm:pt>
    <dgm:pt modelId="{B4597FCA-0EF2-45E6-8FF0-00FB028BF137}" type="sibTrans" cxnId="{2F999C60-6E90-4DA6-BD07-E05E58637651}">
      <dgm:prSet/>
      <dgm:spPr/>
      <dgm:t>
        <a:bodyPr/>
        <a:lstStyle/>
        <a:p>
          <a:endParaRPr lang="en-US"/>
        </a:p>
      </dgm:t>
    </dgm:pt>
    <dgm:pt modelId="{E573328F-70C1-4235-8E07-D35A75051D2B}">
      <dgm:prSet/>
      <dgm:spPr/>
      <dgm:t>
        <a:bodyPr/>
        <a:lstStyle/>
        <a:p>
          <a:r>
            <a:rPr lang="en-GB" dirty="0"/>
            <a:t>Holder fixation on box latch</a:t>
          </a:r>
          <a:endParaRPr lang="en-US" dirty="0"/>
        </a:p>
      </dgm:t>
    </dgm:pt>
    <dgm:pt modelId="{B2A879C3-65C2-4A62-B82A-0AFEAA996A22}" type="parTrans" cxnId="{EEB07D8F-4677-40F2-BEA6-906124E19BE5}">
      <dgm:prSet/>
      <dgm:spPr/>
      <dgm:t>
        <a:bodyPr/>
        <a:lstStyle/>
        <a:p>
          <a:endParaRPr lang="en-US"/>
        </a:p>
      </dgm:t>
    </dgm:pt>
    <dgm:pt modelId="{FFD84EB4-30C5-4CA0-9EFA-C27CF493D725}" type="sibTrans" cxnId="{EEB07D8F-4677-40F2-BEA6-906124E19BE5}">
      <dgm:prSet/>
      <dgm:spPr/>
      <dgm:t>
        <a:bodyPr/>
        <a:lstStyle/>
        <a:p>
          <a:endParaRPr lang="en-US"/>
        </a:p>
      </dgm:t>
    </dgm:pt>
    <dgm:pt modelId="{27647805-391C-49DF-B34B-D420B21D990D}">
      <dgm:prSet/>
      <dgm:spPr/>
      <dgm:t>
        <a:bodyPr/>
        <a:lstStyle/>
        <a:p>
          <a:r>
            <a:rPr lang="en-GB" dirty="0"/>
            <a:t>Custom fit cavity for battery</a:t>
          </a:r>
          <a:endParaRPr lang="en-US" dirty="0"/>
        </a:p>
      </dgm:t>
    </dgm:pt>
    <dgm:pt modelId="{D6BE1142-9E8A-4B84-8D41-BA57BF80F4A8}" type="parTrans" cxnId="{5DA40DBE-750B-4968-925D-946E8B750393}">
      <dgm:prSet/>
      <dgm:spPr/>
      <dgm:t>
        <a:bodyPr/>
        <a:lstStyle/>
        <a:p>
          <a:endParaRPr lang="en-US"/>
        </a:p>
      </dgm:t>
    </dgm:pt>
    <dgm:pt modelId="{679A0259-CC23-42C2-AF19-7F103BEEBC2A}" type="sibTrans" cxnId="{5DA40DBE-750B-4968-925D-946E8B750393}">
      <dgm:prSet/>
      <dgm:spPr/>
      <dgm:t>
        <a:bodyPr/>
        <a:lstStyle/>
        <a:p>
          <a:endParaRPr lang="en-US"/>
        </a:p>
      </dgm:t>
    </dgm:pt>
    <dgm:pt modelId="{837913B4-657B-4752-BEEF-9D21986A0137}">
      <dgm:prSet/>
      <dgm:spPr/>
      <dgm:t>
        <a:bodyPr/>
        <a:lstStyle/>
        <a:p>
          <a:r>
            <a:rPr lang="en-GB" dirty="0"/>
            <a:t>Screwing points for PSOC6</a:t>
          </a:r>
          <a:endParaRPr lang="en-US" dirty="0"/>
        </a:p>
      </dgm:t>
    </dgm:pt>
    <dgm:pt modelId="{55BCA3B9-079D-4162-84C1-CB09B9947EDF}" type="parTrans" cxnId="{15839430-4F66-4F97-AADC-EA21DED8793A}">
      <dgm:prSet/>
      <dgm:spPr/>
      <dgm:t>
        <a:bodyPr/>
        <a:lstStyle/>
        <a:p>
          <a:endParaRPr lang="en-US"/>
        </a:p>
      </dgm:t>
    </dgm:pt>
    <dgm:pt modelId="{1CD1DB0B-F7BE-426E-AB3D-D563876A91B4}" type="sibTrans" cxnId="{15839430-4F66-4F97-AADC-EA21DED8793A}">
      <dgm:prSet/>
      <dgm:spPr/>
      <dgm:t>
        <a:bodyPr/>
        <a:lstStyle/>
        <a:p>
          <a:endParaRPr lang="en-US"/>
        </a:p>
      </dgm:t>
    </dgm:pt>
    <dgm:pt modelId="{9D94627A-E9AE-4DE6-B15F-4484AE42A67E}">
      <dgm:prSet/>
      <dgm:spPr/>
      <dgm:t>
        <a:bodyPr/>
        <a:lstStyle/>
        <a:p>
          <a:r>
            <a:rPr lang="en-GB"/>
            <a:t>Result</a:t>
          </a:r>
          <a:endParaRPr lang="en-US"/>
        </a:p>
      </dgm:t>
    </dgm:pt>
    <dgm:pt modelId="{14DB8EFC-7C64-401E-BE9F-D185236E7236}" type="parTrans" cxnId="{03710A47-7529-43D8-926B-BF0688016560}">
      <dgm:prSet/>
      <dgm:spPr/>
      <dgm:t>
        <a:bodyPr/>
        <a:lstStyle/>
        <a:p>
          <a:endParaRPr lang="en-US"/>
        </a:p>
      </dgm:t>
    </dgm:pt>
    <dgm:pt modelId="{0D9ED83F-32C1-40C7-929A-812D2439F124}" type="sibTrans" cxnId="{03710A47-7529-43D8-926B-BF0688016560}">
      <dgm:prSet/>
      <dgm:spPr/>
      <dgm:t>
        <a:bodyPr/>
        <a:lstStyle/>
        <a:p>
          <a:endParaRPr lang="en-US"/>
        </a:p>
      </dgm:t>
    </dgm:pt>
    <dgm:pt modelId="{5DED4A6D-B08D-47ED-B6AD-0225504CC9E4}">
      <dgm:prSet/>
      <dgm:spPr/>
      <dgm:t>
        <a:bodyPr/>
        <a:lstStyle/>
        <a:p>
          <a:r>
            <a:rPr lang="en-GB" dirty="0"/>
            <a:t>Worked perfectly during testing</a:t>
          </a:r>
          <a:endParaRPr lang="en-US" dirty="0"/>
        </a:p>
      </dgm:t>
    </dgm:pt>
    <dgm:pt modelId="{6D9C1501-5DDC-48FE-9795-9D0F1CF8C4FE}" type="parTrans" cxnId="{E6F83FBE-43F0-4BF2-ACE2-158AC582F38F}">
      <dgm:prSet/>
      <dgm:spPr/>
      <dgm:t>
        <a:bodyPr/>
        <a:lstStyle/>
        <a:p>
          <a:endParaRPr lang="en-US"/>
        </a:p>
      </dgm:t>
    </dgm:pt>
    <dgm:pt modelId="{612359BE-E60A-4A4D-BBCD-4BCA248D5CDD}" type="sibTrans" cxnId="{E6F83FBE-43F0-4BF2-ACE2-158AC582F38F}">
      <dgm:prSet/>
      <dgm:spPr/>
      <dgm:t>
        <a:bodyPr/>
        <a:lstStyle/>
        <a:p>
          <a:endParaRPr lang="en-US"/>
        </a:p>
      </dgm:t>
    </dgm:pt>
    <dgm:pt modelId="{93254FF7-F33F-4FE0-94D0-D87E70B3AF3C}" type="pres">
      <dgm:prSet presAssocID="{B8157F80-1358-4351-A98A-0DA347A81BC5}" presName="Name0" presStyleCnt="0">
        <dgm:presLayoutVars>
          <dgm:dir/>
          <dgm:animLvl val="lvl"/>
          <dgm:resizeHandles val="exact"/>
        </dgm:presLayoutVars>
      </dgm:prSet>
      <dgm:spPr/>
    </dgm:pt>
    <dgm:pt modelId="{C44B7292-D4E4-4DC4-B403-183A060CFAA2}" type="pres">
      <dgm:prSet presAssocID="{33C932FE-BF2B-4E21-932F-4053642F8C3D}" presName="linNode" presStyleCnt="0"/>
      <dgm:spPr/>
    </dgm:pt>
    <dgm:pt modelId="{6D77B657-4467-44EE-9A47-AE331296860A}" type="pres">
      <dgm:prSet presAssocID="{33C932FE-BF2B-4E21-932F-4053642F8C3D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982732A0-E0D5-46B2-887F-DE6310053973}" type="pres">
      <dgm:prSet presAssocID="{33C932FE-BF2B-4E21-932F-4053642F8C3D}" presName="descendantText" presStyleLbl="alignAccFollowNode1" presStyleIdx="0" presStyleCnt="3">
        <dgm:presLayoutVars>
          <dgm:bulletEnabled val="1"/>
        </dgm:presLayoutVars>
      </dgm:prSet>
      <dgm:spPr/>
    </dgm:pt>
    <dgm:pt modelId="{539DBDEE-4B81-4DCA-8A9F-1931076E5606}" type="pres">
      <dgm:prSet presAssocID="{91EE9E03-2621-4E9E-833E-BF2CF7A6739D}" presName="sp" presStyleCnt="0"/>
      <dgm:spPr/>
    </dgm:pt>
    <dgm:pt modelId="{BEA22B11-388A-4C66-B4F4-BB4738219DE4}" type="pres">
      <dgm:prSet presAssocID="{966E1A80-AEFF-45C7-AF9F-86E297631F21}" presName="linNode" presStyleCnt="0"/>
      <dgm:spPr/>
    </dgm:pt>
    <dgm:pt modelId="{85D73554-8843-4A01-B23D-301969365218}" type="pres">
      <dgm:prSet presAssocID="{966E1A80-AEFF-45C7-AF9F-86E297631F21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A39B82BB-B2A4-40DD-AF02-92EF55B93503}" type="pres">
      <dgm:prSet presAssocID="{966E1A80-AEFF-45C7-AF9F-86E297631F21}" presName="descendantText" presStyleLbl="alignAccFollowNode1" presStyleIdx="1" presStyleCnt="3">
        <dgm:presLayoutVars>
          <dgm:bulletEnabled val="1"/>
        </dgm:presLayoutVars>
      </dgm:prSet>
      <dgm:spPr/>
    </dgm:pt>
    <dgm:pt modelId="{5F939F97-E630-4B8E-B510-5A37E8F641F8}" type="pres">
      <dgm:prSet presAssocID="{B4597FCA-0EF2-45E6-8FF0-00FB028BF137}" presName="sp" presStyleCnt="0"/>
      <dgm:spPr/>
    </dgm:pt>
    <dgm:pt modelId="{42B69825-85EF-4051-B6D0-56DEF33E677A}" type="pres">
      <dgm:prSet presAssocID="{9D94627A-E9AE-4DE6-B15F-4484AE42A67E}" presName="linNode" presStyleCnt="0"/>
      <dgm:spPr/>
    </dgm:pt>
    <dgm:pt modelId="{CD9F0D64-833B-4F7C-83E5-9945255010B9}" type="pres">
      <dgm:prSet presAssocID="{9D94627A-E9AE-4DE6-B15F-4484AE42A67E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F90A8B2F-80F3-4149-94DF-799244CD7EC5}" type="pres">
      <dgm:prSet presAssocID="{9D94627A-E9AE-4DE6-B15F-4484AE42A67E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EECD060B-14DD-4CDB-AC6C-8A63E4A096C6}" type="presOf" srcId="{B8157F80-1358-4351-A98A-0DA347A81BC5}" destId="{93254FF7-F33F-4FE0-94D0-D87E70B3AF3C}" srcOrd="0" destOrd="0" presId="urn:microsoft.com/office/officeart/2005/8/layout/vList5"/>
    <dgm:cxn modelId="{BBDD4430-C603-4060-8B92-F3B5184885C9}" type="presOf" srcId="{966E1A80-AEFF-45C7-AF9F-86E297631F21}" destId="{85D73554-8843-4A01-B23D-301969365218}" srcOrd="0" destOrd="0" presId="urn:microsoft.com/office/officeart/2005/8/layout/vList5"/>
    <dgm:cxn modelId="{15839430-4F66-4F97-AADC-EA21DED8793A}" srcId="{966E1A80-AEFF-45C7-AF9F-86E297631F21}" destId="{837913B4-657B-4752-BEEF-9D21986A0137}" srcOrd="2" destOrd="0" parTransId="{55BCA3B9-079D-4162-84C1-CB09B9947EDF}" sibTransId="{1CD1DB0B-F7BE-426E-AB3D-D563876A91B4}"/>
    <dgm:cxn modelId="{35316733-ACCF-4C45-9A94-7F6C55B9D978}" type="presOf" srcId="{837913B4-657B-4752-BEEF-9D21986A0137}" destId="{A39B82BB-B2A4-40DD-AF02-92EF55B93503}" srcOrd="0" destOrd="2" presId="urn:microsoft.com/office/officeart/2005/8/layout/vList5"/>
    <dgm:cxn modelId="{053C3A39-8CC8-4411-9641-7512D78BC95C}" srcId="{33C932FE-BF2B-4E21-932F-4053642F8C3D}" destId="{620466E7-4467-4504-81B0-0BF15B240B7F}" srcOrd="0" destOrd="0" parTransId="{162A0734-7C2D-4D00-B0FA-F6AC484F6DB4}" sibTransId="{21F57C05-08BE-4E4F-9D5F-20FAB4DF5524}"/>
    <dgm:cxn modelId="{2F999C60-6E90-4DA6-BD07-E05E58637651}" srcId="{B8157F80-1358-4351-A98A-0DA347A81BC5}" destId="{966E1A80-AEFF-45C7-AF9F-86E297631F21}" srcOrd="1" destOrd="0" parTransId="{A884D87B-347C-4BFF-8667-052570C8A535}" sibTransId="{B4597FCA-0EF2-45E6-8FF0-00FB028BF137}"/>
    <dgm:cxn modelId="{44337F62-6EF3-4754-8835-B79DB507D702}" type="presOf" srcId="{27647805-391C-49DF-B34B-D420B21D990D}" destId="{A39B82BB-B2A4-40DD-AF02-92EF55B93503}" srcOrd="0" destOrd="1" presId="urn:microsoft.com/office/officeart/2005/8/layout/vList5"/>
    <dgm:cxn modelId="{03710A47-7529-43D8-926B-BF0688016560}" srcId="{B8157F80-1358-4351-A98A-0DA347A81BC5}" destId="{9D94627A-E9AE-4DE6-B15F-4484AE42A67E}" srcOrd="2" destOrd="0" parTransId="{14DB8EFC-7C64-401E-BE9F-D185236E7236}" sibTransId="{0D9ED83F-32C1-40C7-929A-812D2439F124}"/>
    <dgm:cxn modelId="{55DCBC6E-7AE5-480F-B749-2F3869ADB932}" type="presOf" srcId="{33C932FE-BF2B-4E21-932F-4053642F8C3D}" destId="{6D77B657-4467-44EE-9A47-AE331296860A}" srcOrd="0" destOrd="0" presId="urn:microsoft.com/office/officeart/2005/8/layout/vList5"/>
    <dgm:cxn modelId="{46C83050-CA72-4B35-A7E9-1FFEDCB404E9}" type="presOf" srcId="{5DED4A6D-B08D-47ED-B6AD-0225504CC9E4}" destId="{F90A8B2F-80F3-4149-94DF-799244CD7EC5}" srcOrd="0" destOrd="0" presId="urn:microsoft.com/office/officeart/2005/8/layout/vList5"/>
    <dgm:cxn modelId="{1CF03A79-8680-4E18-99C0-108336ABAECA}" srcId="{B8157F80-1358-4351-A98A-0DA347A81BC5}" destId="{33C932FE-BF2B-4E21-932F-4053642F8C3D}" srcOrd="0" destOrd="0" parTransId="{41D2AE8F-1317-4BC2-88DB-D94A62C468EE}" sibTransId="{91EE9E03-2621-4E9E-833E-BF2CF7A6739D}"/>
    <dgm:cxn modelId="{EEB07D8F-4677-40F2-BEA6-906124E19BE5}" srcId="{966E1A80-AEFF-45C7-AF9F-86E297631F21}" destId="{E573328F-70C1-4235-8E07-D35A75051D2B}" srcOrd="0" destOrd="0" parTransId="{B2A879C3-65C2-4A62-B82A-0AFEAA996A22}" sibTransId="{FFD84EB4-30C5-4CA0-9EFA-C27CF493D725}"/>
    <dgm:cxn modelId="{5DA40DBE-750B-4968-925D-946E8B750393}" srcId="{966E1A80-AEFF-45C7-AF9F-86E297631F21}" destId="{27647805-391C-49DF-B34B-D420B21D990D}" srcOrd="1" destOrd="0" parTransId="{D6BE1142-9E8A-4B84-8D41-BA57BF80F4A8}" sibTransId="{679A0259-CC23-42C2-AF19-7F103BEEBC2A}"/>
    <dgm:cxn modelId="{E6F83FBE-43F0-4BF2-ACE2-158AC582F38F}" srcId="{9D94627A-E9AE-4DE6-B15F-4484AE42A67E}" destId="{5DED4A6D-B08D-47ED-B6AD-0225504CC9E4}" srcOrd="0" destOrd="0" parTransId="{6D9C1501-5DDC-48FE-9795-9D0F1CF8C4FE}" sibTransId="{612359BE-E60A-4A4D-BBCD-4BCA248D5CDD}"/>
    <dgm:cxn modelId="{5F6EEDCF-DB2D-47FA-9628-31E58873B30B}" type="presOf" srcId="{620466E7-4467-4504-81B0-0BF15B240B7F}" destId="{982732A0-E0D5-46B2-887F-DE6310053973}" srcOrd="0" destOrd="0" presId="urn:microsoft.com/office/officeart/2005/8/layout/vList5"/>
    <dgm:cxn modelId="{CE3C40D8-19D6-4C85-9E79-C87FD0974820}" type="presOf" srcId="{9D94627A-E9AE-4DE6-B15F-4484AE42A67E}" destId="{CD9F0D64-833B-4F7C-83E5-9945255010B9}" srcOrd="0" destOrd="0" presId="urn:microsoft.com/office/officeart/2005/8/layout/vList5"/>
    <dgm:cxn modelId="{1D7683F7-6F89-4857-B3BF-98F725A805C7}" type="presOf" srcId="{E573328F-70C1-4235-8E07-D35A75051D2B}" destId="{A39B82BB-B2A4-40DD-AF02-92EF55B93503}" srcOrd="0" destOrd="0" presId="urn:microsoft.com/office/officeart/2005/8/layout/vList5"/>
    <dgm:cxn modelId="{A0D2A143-9230-49F0-ACD5-3AF40B6F8403}" type="presParOf" srcId="{93254FF7-F33F-4FE0-94D0-D87E70B3AF3C}" destId="{C44B7292-D4E4-4DC4-B403-183A060CFAA2}" srcOrd="0" destOrd="0" presId="urn:microsoft.com/office/officeart/2005/8/layout/vList5"/>
    <dgm:cxn modelId="{241251CA-AD4C-4418-9804-D269EB89EE08}" type="presParOf" srcId="{C44B7292-D4E4-4DC4-B403-183A060CFAA2}" destId="{6D77B657-4467-44EE-9A47-AE331296860A}" srcOrd="0" destOrd="0" presId="urn:microsoft.com/office/officeart/2005/8/layout/vList5"/>
    <dgm:cxn modelId="{BAAA5FB1-EF45-43E1-AFEE-E5CA7FF8B1BC}" type="presParOf" srcId="{C44B7292-D4E4-4DC4-B403-183A060CFAA2}" destId="{982732A0-E0D5-46B2-887F-DE6310053973}" srcOrd="1" destOrd="0" presId="urn:microsoft.com/office/officeart/2005/8/layout/vList5"/>
    <dgm:cxn modelId="{F01F642F-CD03-4D76-AB93-E1B2A195751C}" type="presParOf" srcId="{93254FF7-F33F-4FE0-94D0-D87E70B3AF3C}" destId="{539DBDEE-4B81-4DCA-8A9F-1931076E5606}" srcOrd="1" destOrd="0" presId="urn:microsoft.com/office/officeart/2005/8/layout/vList5"/>
    <dgm:cxn modelId="{002A36BF-44D7-4A87-A6E8-386E205A9C31}" type="presParOf" srcId="{93254FF7-F33F-4FE0-94D0-D87E70B3AF3C}" destId="{BEA22B11-388A-4C66-B4F4-BB4738219DE4}" srcOrd="2" destOrd="0" presId="urn:microsoft.com/office/officeart/2005/8/layout/vList5"/>
    <dgm:cxn modelId="{3AD62F50-7100-4181-9D7D-0DC765DDF875}" type="presParOf" srcId="{BEA22B11-388A-4C66-B4F4-BB4738219DE4}" destId="{85D73554-8843-4A01-B23D-301969365218}" srcOrd="0" destOrd="0" presId="urn:microsoft.com/office/officeart/2005/8/layout/vList5"/>
    <dgm:cxn modelId="{C9DE9BB0-556D-4757-944D-ED93FFDDFE98}" type="presParOf" srcId="{BEA22B11-388A-4C66-B4F4-BB4738219DE4}" destId="{A39B82BB-B2A4-40DD-AF02-92EF55B93503}" srcOrd="1" destOrd="0" presId="urn:microsoft.com/office/officeart/2005/8/layout/vList5"/>
    <dgm:cxn modelId="{DC50811B-63DB-4F48-B7D3-532551D90D8C}" type="presParOf" srcId="{93254FF7-F33F-4FE0-94D0-D87E70B3AF3C}" destId="{5F939F97-E630-4B8E-B510-5A37E8F641F8}" srcOrd="3" destOrd="0" presId="urn:microsoft.com/office/officeart/2005/8/layout/vList5"/>
    <dgm:cxn modelId="{6E5DED13-C00F-42D9-852F-46C1CCE68A15}" type="presParOf" srcId="{93254FF7-F33F-4FE0-94D0-D87E70B3AF3C}" destId="{42B69825-85EF-4051-B6D0-56DEF33E677A}" srcOrd="4" destOrd="0" presId="urn:microsoft.com/office/officeart/2005/8/layout/vList5"/>
    <dgm:cxn modelId="{59BB741F-1118-4FE7-9D90-69AC1B3C2954}" type="presParOf" srcId="{42B69825-85EF-4051-B6D0-56DEF33E677A}" destId="{CD9F0D64-833B-4F7C-83E5-9945255010B9}" srcOrd="0" destOrd="0" presId="urn:microsoft.com/office/officeart/2005/8/layout/vList5"/>
    <dgm:cxn modelId="{E53A3D57-0F4C-46B6-A5CE-2E632B28AA89}" type="presParOf" srcId="{42B69825-85EF-4051-B6D0-56DEF33E677A}" destId="{F90A8B2F-80F3-4149-94DF-799244CD7EC5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17FE160-FE28-46AD-A75E-046504E0C265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0AF64318-A85A-4303-9683-728BA2BDD79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600" dirty="0"/>
            <a:t>Implementing the game function</a:t>
          </a:r>
          <a:endParaRPr lang="en-US" sz="1600" dirty="0"/>
        </a:p>
      </dgm:t>
    </dgm:pt>
    <dgm:pt modelId="{65C7A07E-EE76-412E-8A7D-9D3DA7A2A9AF}" type="parTrans" cxnId="{17A0F045-9A97-4F89-A903-50FA948CE61B}">
      <dgm:prSet/>
      <dgm:spPr/>
      <dgm:t>
        <a:bodyPr/>
        <a:lstStyle/>
        <a:p>
          <a:endParaRPr lang="en-US"/>
        </a:p>
      </dgm:t>
    </dgm:pt>
    <dgm:pt modelId="{248F62C4-08EB-4268-9FFA-093EC4283AA8}" type="sibTrans" cxnId="{17A0F045-9A97-4F89-A903-50FA948CE61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5E10533-0528-456E-B464-59CC464A28F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600" dirty="0"/>
            <a:t>Gathering more sampling data from more different people </a:t>
          </a:r>
          <a:endParaRPr lang="en-US" sz="1600" dirty="0"/>
        </a:p>
      </dgm:t>
    </dgm:pt>
    <dgm:pt modelId="{4388137D-C655-43FC-A461-97A2F376FC26}" type="parTrans" cxnId="{7EDF5D8A-6E70-4018-81A7-CD2136F61B50}">
      <dgm:prSet/>
      <dgm:spPr/>
      <dgm:t>
        <a:bodyPr/>
        <a:lstStyle/>
        <a:p>
          <a:endParaRPr lang="en-US"/>
        </a:p>
      </dgm:t>
    </dgm:pt>
    <dgm:pt modelId="{48C21B95-0034-429D-B59A-92D6CD9A0CF3}" type="sibTrans" cxnId="{7EDF5D8A-6E70-4018-81A7-CD2136F61B5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2BFE0F4-BC91-4AC0-8179-2F9BA57CE28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600" dirty="0"/>
            <a:t>Gather data of left-handed punches</a:t>
          </a:r>
          <a:endParaRPr lang="en-US" sz="1600" dirty="0"/>
        </a:p>
      </dgm:t>
    </dgm:pt>
    <dgm:pt modelId="{42BEEF56-66E0-42FB-B8F0-540E569DFB79}" type="parTrans" cxnId="{8D7930A0-AC62-44A4-92FA-AAE25A2EB1A4}">
      <dgm:prSet/>
      <dgm:spPr/>
      <dgm:t>
        <a:bodyPr/>
        <a:lstStyle/>
        <a:p>
          <a:endParaRPr lang="en-US"/>
        </a:p>
      </dgm:t>
    </dgm:pt>
    <dgm:pt modelId="{B487F059-77E6-4578-BC88-B141F60995AF}" type="sibTrans" cxnId="{8D7930A0-AC62-44A4-92FA-AAE25A2EB1A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0DF3C5F-828E-4860-9D42-300784C5FAA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600" dirty="0"/>
            <a:t>Creation of charts for easier understanding/adding statistic analysis</a:t>
          </a:r>
          <a:endParaRPr lang="en-US" sz="1600" dirty="0"/>
        </a:p>
      </dgm:t>
    </dgm:pt>
    <dgm:pt modelId="{CFEEEFB5-7ABE-48A1-A0BD-124F8DD326D1}" type="parTrans" cxnId="{87CC3EF1-F7E2-450D-9FDB-78ECBAA2DA5D}">
      <dgm:prSet/>
      <dgm:spPr/>
      <dgm:t>
        <a:bodyPr/>
        <a:lstStyle/>
        <a:p>
          <a:endParaRPr lang="en-US"/>
        </a:p>
      </dgm:t>
    </dgm:pt>
    <dgm:pt modelId="{4215305C-91D8-4B48-9701-A4DE91C162EB}" type="sibTrans" cxnId="{87CC3EF1-F7E2-450D-9FDB-78ECBAA2DA5D}">
      <dgm:prSet/>
      <dgm:spPr/>
      <dgm:t>
        <a:bodyPr/>
        <a:lstStyle/>
        <a:p>
          <a:endParaRPr lang="en-US"/>
        </a:p>
      </dgm:t>
    </dgm:pt>
    <dgm:pt modelId="{222EBB9A-0857-41EC-B960-73E35A029BF1}" type="pres">
      <dgm:prSet presAssocID="{817FE160-FE28-46AD-A75E-046504E0C265}" presName="root" presStyleCnt="0">
        <dgm:presLayoutVars>
          <dgm:dir/>
          <dgm:resizeHandles val="exact"/>
        </dgm:presLayoutVars>
      </dgm:prSet>
      <dgm:spPr/>
    </dgm:pt>
    <dgm:pt modelId="{D20BD080-91B9-4B34-B276-B867952A579E}" type="pres">
      <dgm:prSet presAssocID="{817FE160-FE28-46AD-A75E-046504E0C265}" presName="container" presStyleCnt="0">
        <dgm:presLayoutVars>
          <dgm:dir/>
          <dgm:resizeHandles val="exact"/>
        </dgm:presLayoutVars>
      </dgm:prSet>
      <dgm:spPr/>
    </dgm:pt>
    <dgm:pt modelId="{BD346CE1-592A-4F08-98DE-6D2541A8F8FB}" type="pres">
      <dgm:prSet presAssocID="{0AF64318-A85A-4303-9683-728BA2BDD792}" presName="compNode" presStyleCnt="0"/>
      <dgm:spPr/>
    </dgm:pt>
    <dgm:pt modelId="{F119D8C5-A181-4F4E-8BBB-2FB69E1D29B8}" type="pres">
      <dgm:prSet presAssocID="{0AF64318-A85A-4303-9683-728BA2BDD792}" presName="iconBgRect" presStyleLbl="bgShp" presStyleIdx="0" presStyleCnt="4"/>
      <dgm:spPr/>
    </dgm:pt>
    <dgm:pt modelId="{3E26FC50-BDA3-43B7-B6AA-78517DBAD1CE}" type="pres">
      <dgm:prSet presAssocID="{0AF64318-A85A-4303-9683-728BA2BDD79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äkchen"/>
        </a:ext>
      </dgm:extLst>
    </dgm:pt>
    <dgm:pt modelId="{7211A1CD-BF8C-4EC3-BC96-C9DB09BFCFF7}" type="pres">
      <dgm:prSet presAssocID="{0AF64318-A85A-4303-9683-728BA2BDD792}" presName="spaceRect" presStyleCnt="0"/>
      <dgm:spPr/>
    </dgm:pt>
    <dgm:pt modelId="{43E6FB21-E331-4FE5-B2DF-F808B38FAF68}" type="pres">
      <dgm:prSet presAssocID="{0AF64318-A85A-4303-9683-728BA2BDD792}" presName="textRect" presStyleLbl="revTx" presStyleIdx="0" presStyleCnt="4">
        <dgm:presLayoutVars>
          <dgm:chMax val="1"/>
          <dgm:chPref val="1"/>
        </dgm:presLayoutVars>
      </dgm:prSet>
      <dgm:spPr/>
    </dgm:pt>
    <dgm:pt modelId="{E62EC052-9A2C-48BE-81DE-CCA26B45D975}" type="pres">
      <dgm:prSet presAssocID="{248F62C4-08EB-4268-9FFA-093EC4283AA8}" presName="sibTrans" presStyleLbl="sibTrans2D1" presStyleIdx="0" presStyleCnt="0"/>
      <dgm:spPr/>
    </dgm:pt>
    <dgm:pt modelId="{2E143FA3-7311-4B56-A8C3-659E010111E8}" type="pres">
      <dgm:prSet presAssocID="{C5E10533-0528-456E-B464-59CC464A28FF}" presName="compNode" presStyleCnt="0"/>
      <dgm:spPr/>
    </dgm:pt>
    <dgm:pt modelId="{7B0FC50B-C7E3-4553-BEDD-A022A09ECF40}" type="pres">
      <dgm:prSet presAssocID="{C5E10533-0528-456E-B464-59CC464A28FF}" presName="iconBgRect" presStyleLbl="bgShp" presStyleIdx="1" presStyleCnt="4"/>
      <dgm:spPr/>
    </dgm:pt>
    <dgm:pt modelId="{EAF16A2C-7688-4E64-8D6E-B70766EF0BA5}" type="pres">
      <dgm:prSet presAssocID="{C5E10533-0528-456E-B464-59CC464A28F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uppe"/>
        </a:ext>
      </dgm:extLst>
    </dgm:pt>
    <dgm:pt modelId="{21D3B3AF-AF91-4989-A33E-A8EE0D7A26D4}" type="pres">
      <dgm:prSet presAssocID="{C5E10533-0528-456E-B464-59CC464A28FF}" presName="spaceRect" presStyleCnt="0"/>
      <dgm:spPr/>
    </dgm:pt>
    <dgm:pt modelId="{BAEB9C88-5660-49CA-B840-84E958B65DED}" type="pres">
      <dgm:prSet presAssocID="{C5E10533-0528-456E-B464-59CC464A28FF}" presName="textRect" presStyleLbl="revTx" presStyleIdx="1" presStyleCnt="4">
        <dgm:presLayoutVars>
          <dgm:chMax val="1"/>
          <dgm:chPref val="1"/>
        </dgm:presLayoutVars>
      </dgm:prSet>
      <dgm:spPr/>
    </dgm:pt>
    <dgm:pt modelId="{447EC37D-2E5A-4D98-A176-D261E25C18E6}" type="pres">
      <dgm:prSet presAssocID="{48C21B95-0034-429D-B59A-92D6CD9A0CF3}" presName="sibTrans" presStyleLbl="sibTrans2D1" presStyleIdx="0" presStyleCnt="0"/>
      <dgm:spPr/>
    </dgm:pt>
    <dgm:pt modelId="{EB1AFE4F-9A60-415F-BBB5-18F6BFAA6D82}" type="pres">
      <dgm:prSet presAssocID="{22BFE0F4-BC91-4AC0-8179-2F9BA57CE287}" presName="compNode" presStyleCnt="0"/>
      <dgm:spPr/>
    </dgm:pt>
    <dgm:pt modelId="{65A51382-B10A-4300-9B36-432A188BE9FF}" type="pres">
      <dgm:prSet presAssocID="{22BFE0F4-BC91-4AC0-8179-2F9BA57CE287}" presName="iconBgRect" presStyleLbl="bgShp" presStyleIdx="2" presStyleCnt="4"/>
      <dgm:spPr/>
    </dgm:pt>
    <dgm:pt modelId="{82C402E1-4C18-40C9-97F2-772F03E0A867}" type="pres">
      <dgm:prSet presAssocID="{22BFE0F4-BC91-4AC0-8179-2F9BA57CE28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urzhantel"/>
        </a:ext>
      </dgm:extLst>
    </dgm:pt>
    <dgm:pt modelId="{DDA65273-5E6C-4CE5-8BF5-CF436D78CD7A}" type="pres">
      <dgm:prSet presAssocID="{22BFE0F4-BC91-4AC0-8179-2F9BA57CE287}" presName="spaceRect" presStyleCnt="0"/>
      <dgm:spPr/>
    </dgm:pt>
    <dgm:pt modelId="{89C7CE4C-4F0B-40A7-9B70-36CD72322155}" type="pres">
      <dgm:prSet presAssocID="{22BFE0F4-BC91-4AC0-8179-2F9BA57CE287}" presName="textRect" presStyleLbl="revTx" presStyleIdx="2" presStyleCnt="4">
        <dgm:presLayoutVars>
          <dgm:chMax val="1"/>
          <dgm:chPref val="1"/>
        </dgm:presLayoutVars>
      </dgm:prSet>
      <dgm:spPr/>
    </dgm:pt>
    <dgm:pt modelId="{2BDFC975-09D9-4F71-9744-15B1DB827712}" type="pres">
      <dgm:prSet presAssocID="{B487F059-77E6-4578-BC88-B141F60995AF}" presName="sibTrans" presStyleLbl="sibTrans2D1" presStyleIdx="0" presStyleCnt="0"/>
      <dgm:spPr/>
    </dgm:pt>
    <dgm:pt modelId="{C54DA008-4E2F-436F-A32A-B7658B58950A}" type="pres">
      <dgm:prSet presAssocID="{90DF3C5F-828E-4860-9D42-300784C5FAA4}" presName="compNode" presStyleCnt="0"/>
      <dgm:spPr/>
    </dgm:pt>
    <dgm:pt modelId="{7E618979-FA85-4BF1-91E9-6B063BA35058}" type="pres">
      <dgm:prSet presAssocID="{90DF3C5F-828E-4860-9D42-300784C5FAA4}" presName="iconBgRect" presStyleLbl="bgShp" presStyleIdx="3" presStyleCnt="4"/>
      <dgm:spPr/>
    </dgm:pt>
    <dgm:pt modelId="{8D8B2062-9B8F-4F5A-8B31-0460C19DEF3E}" type="pres">
      <dgm:prSet presAssocID="{90DF3C5F-828E-4860-9D42-300784C5FAA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ken"/>
        </a:ext>
      </dgm:extLst>
    </dgm:pt>
    <dgm:pt modelId="{4F5BEC18-6281-426C-BEA3-A40FDFB6D5F7}" type="pres">
      <dgm:prSet presAssocID="{90DF3C5F-828E-4860-9D42-300784C5FAA4}" presName="spaceRect" presStyleCnt="0"/>
      <dgm:spPr/>
    </dgm:pt>
    <dgm:pt modelId="{AD9C48AA-817A-4433-BE41-97F9C63E25C7}" type="pres">
      <dgm:prSet presAssocID="{90DF3C5F-828E-4860-9D42-300784C5FAA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9F6CD18-E56D-45E6-A580-9D47697BD9FC}" type="presOf" srcId="{C5E10533-0528-456E-B464-59CC464A28FF}" destId="{BAEB9C88-5660-49CA-B840-84E958B65DED}" srcOrd="0" destOrd="0" presId="urn:microsoft.com/office/officeart/2018/2/layout/IconCircleList"/>
    <dgm:cxn modelId="{371C1E32-3E21-4DD6-977C-484BDCBF7765}" type="presOf" srcId="{90DF3C5F-828E-4860-9D42-300784C5FAA4}" destId="{AD9C48AA-817A-4433-BE41-97F9C63E25C7}" srcOrd="0" destOrd="0" presId="urn:microsoft.com/office/officeart/2018/2/layout/IconCircleList"/>
    <dgm:cxn modelId="{860E913D-28E8-483F-A605-BEE10431040F}" type="presOf" srcId="{0AF64318-A85A-4303-9683-728BA2BDD792}" destId="{43E6FB21-E331-4FE5-B2DF-F808B38FAF68}" srcOrd="0" destOrd="0" presId="urn:microsoft.com/office/officeart/2018/2/layout/IconCircleList"/>
    <dgm:cxn modelId="{17A0F045-9A97-4F89-A903-50FA948CE61B}" srcId="{817FE160-FE28-46AD-A75E-046504E0C265}" destId="{0AF64318-A85A-4303-9683-728BA2BDD792}" srcOrd="0" destOrd="0" parTransId="{65C7A07E-EE76-412E-8A7D-9D3DA7A2A9AF}" sibTransId="{248F62C4-08EB-4268-9FFA-093EC4283AA8}"/>
    <dgm:cxn modelId="{7F06E383-3E23-4A7D-981C-4529A3F6E340}" type="presOf" srcId="{248F62C4-08EB-4268-9FFA-093EC4283AA8}" destId="{E62EC052-9A2C-48BE-81DE-CCA26B45D975}" srcOrd="0" destOrd="0" presId="urn:microsoft.com/office/officeart/2018/2/layout/IconCircleList"/>
    <dgm:cxn modelId="{F0C8CC88-63ED-411D-8423-6451AD24E9B9}" type="presOf" srcId="{B487F059-77E6-4578-BC88-B141F60995AF}" destId="{2BDFC975-09D9-4F71-9744-15B1DB827712}" srcOrd="0" destOrd="0" presId="urn:microsoft.com/office/officeart/2018/2/layout/IconCircleList"/>
    <dgm:cxn modelId="{7EDF5D8A-6E70-4018-81A7-CD2136F61B50}" srcId="{817FE160-FE28-46AD-A75E-046504E0C265}" destId="{C5E10533-0528-456E-B464-59CC464A28FF}" srcOrd="1" destOrd="0" parTransId="{4388137D-C655-43FC-A461-97A2F376FC26}" sibTransId="{48C21B95-0034-429D-B59A-92D6CD9A0CF3}"/>
    <dgm:cxn modelId="{8D7930A0-AC62-44A4-92FA-AAE25A2EB1A4}" srcId="{817FE160-FE28-46AD-A75E-046504E0C265}" destId="{22BFE0F4-BC91-4AC0-8179-2F9BA57CE287}" srcOrd="2" destOrd="0" parTransId="{42BEEF56-66E0-42FB-B8F0-540E569DFB79}" sibTransId="{B487F059-77E6-4578-BC88-B141F60995AF}"/>
    <dgm:cxn modelId="{547A85AB-5B08-404B-9275-9A0C7E638ADE}" type="presOf" srcId="{817FE160-FE28-46AD-A75E-046504E0C265}" destId="{222EBB9A-0857-41EC-B960-73E35A029BF1}" srcOrd="0" destOrd="0" presId="urn:microsoft.com/office/officeart/2018/2/layout/IconCircleList"/>
    <dgm:cxn modelId="{4180CCB3-5B26-4C8D-901A-632C51D161E4}" type="presOf" srcId="{48C21B95-0034-429D-B59A-92D6CD9A0CF3}" destId="{447EC37D-2E5A-4D98-A176-D261E25C18E6}" srcOrd="0" destOrd="0" presId="urn:microsoft.com/office/officeart/2018/2/layout/IconCircleList"/>
    <dgm:cxn modelId="{D857D4C5-C480-4C7E-8430-C2E6CF5CD3A0}" type="presOf" srcId="{22BFE0F4-BC91-4AC0-8179-2F9BA57CE287}" destId="{89C7CE4C-4F0B-40A7-9B70-36CD72322155}" srcOrd="0" destOrd="0" presId="urn:microsoft.com/office/officeart/2018/2/layout/IconCircleList"/>
    <dgm:cxn modelId="{87CC3EF1-F7E2-450D-9FDB-78ECBAA2DA5D}" srcId="{817FE160-FE28-46AD-A75E-046504E0C265}" destId="{90DF3C5F-828E-4860-9D42-300784C5FAA4}" srcOrd="3" destOrd="0" parTransId="{CFEEEFB5-7ABE-48A1-A0BD-124F8DD326D1}" sibTransId="{4215305C-91D8-4B48-9701-A4DE91C162EB}"/>
    <dgm:cxn modelId="{EBC6CE7C-B0A8-4877-8817-1CAD8E97122C}" type="presParOf" srcId="{222EBB9A-0857-41EC-B960-73E35A029BF1}" destId="{D20BD080-91B9-4B34-B276-B867952A579E}" srcOrd="0" destOrd="0" presId="urn:microsoft.com/office/officeart/2018/2/layout/IconCircleList"/>
    <dgm:cxn modelId="{1133E07C-DD8B-4A88-BCA1-CEC76D5B029A}" type="presParOf" srcId="{D20BD080-91B9-4B34-B276-B867952A579E}" destId="{BD346CE1-592A-4F08-98DE-6D2541A8F8FB}" srcOrd="0" destOrd="0" presId="urn:microsoft.com/office/officeart/2018/2/layout/IconCircleList"/>
    <dgm:cxn modelId="{62EA1444-A1B5-4E84-9866-D540E14F98E6}" type="presParOf" srcId="{BD346CE1-592A-4F08-98DE-6D2541A8F8FB}" destId="{F119D8C5-A181-4F4E-8BBB-2FB69E1D29B8}" srcOrd="0" destOrd="0" presId="urn:microsoft.com/office/officeart/2018/2/layout/IconCircleList"/>
    <dgm:cxn modelId="{94076E95-65EE-46F4-8FEC-4F14A30A26FA}" type="presParOf" srcId="{BD346CE1-592A-4F08-98DE-6D2541A8F8FB}" destId="{3E26FC50-BDA3-43B7-B6AA-78517DBAD1CE}" srcOrd="1" destOrd="0" presId="urn:microsoft.com/office/officeart/2018/2/layout/IconCircleList"/>
    <dgm:cxn modelId="{188C5BA8-31B8-4267-A71F-5986B6602ED8}" type="presParOf" srcId="{BD346CE1-592A-4F08-98DE-6D2541A8F8FB}" destId="{7211A1CD-BF8C-4EC3-BC96-C9DB09BFCFF7}" srcOrd="2" destOrd="0" presId="urn:microsoft.com/office/officeart/2018/2/layout/IconCircleList"/>
    <dgm:cxn modelId="{66F983A6-D6C8-45E0-BBDA-50D64E74C346}" type="presParOf" srcId="{BD346CE1-592A-4F08-98DE-6D2541A8F8FB}" destId="{43E6FB21-E331-4FE5-B2DF-F808B38FAF68}" srcOrd="3" destOrd="0" presId="urn:microsoft.com/office/officeart/2018/2/layout/IconCircleList"/>
    <dgm:cxn modelId="{5D4B20A6-3756-4FDD-A140-C021E7D2D60B}" type="presParOf" srcId="{D20BD080-91B9-4B34-B276-B867952A579E}" destId="{E62EC052-9A2C-48BE-81DE-CCA26B45D975}" srcOrd="1" destOrd="0" presId="urn:microsoft.com/office/officeart/2018/2/layout/IconCircleList"/>
    <dgm:cxn modelId="{B763CC05-E5A0-41AD-9813-587D56A14813}" type="presParOf" srcId="{D20BD080-91B9-4B34-B276-B867952A579E}" destId="{2E143FA3-7311-4B56-A8C3-659E010111E8}" srcOrd="2" destOrd="0" presId="urn:microsoft.com/office/officeart/2018/2/layout/IconCircleList"/>
    <dgm:cxn modelId="{745A80DE-EFE8-455C-8AA7-46153ED4928E}" type="presParOf" srcId="{2E143FA3-7311-4B56-A8C3-659E010111E8}" destId="{7B0FC50B-C7E3-4553-BEDD-A022A09ECF40}" srcOrd="0" destOrd="0" presId="urn:microsoft.com/office/officeart/2018/2/layout/IconCircleList"/>
    <dgm:cxn modelId="{3A290A4D-E4C8-4A39-AF79-90B53D003FE1}" type="presParOf" srcId="{2E143FA3-7311-4B56-A8C3-659E010111E8}" destId="{EAF16A2C-7688-4E64-8D6E-B70766EF0BA5}" srcOrd="1" destOrd="0" presId="urn:microsoft.com/office/officeart/2018/2/layout/IconCircleList"/>
    <dgm:cxn modelId="{1119CF7C-303D-4935-B910-ABB9588883F8}" type="presParOf" srcId="{2E143FA3-7311-4B56-A8C3-659E010111E8}" destId="{21D3B3AF-AF91-4989-A33E-A8EE0D7A26D4}" srcOrd="2" destOrd="0" presId="urn:microsoft.com/office/officeart/2018/2/layout/IconCircleList"/>
    <dgm:cxn modelId="{F2BDFCA8-6B8F-4E7C-BD3A-907288197036}" type="presParOf" srcId="{2E143FA3-7311-4B56-A8C3-659E010111E8}" destId="{BAEB9C88-5660-49CA-B840-84E958B65DED}" srcOrd="3" destOrd="0" presId="urn:microsoft.com/office/officeart/2018/2/layout/IconCircleList"/>
    <dgm:cxn modelId="{00E7805F-58E3-43BC-84A6-8CFF530C58BF}" type="presParOf" srcId="{D20BD080-91B9-4B34-B276-B867952A579E}" destId="{447EC37D-2E5A-4D98-A176-D261E25C18E6}" srcOrd="3" destOrd="0" presId="urn:microsoft.com/office/officeart/2018/2/layout/IconCircleList"/>
    <dgm:cxn modelId="{E5EE810E-A3D6-4129-A160-0A554694E250}" type="presParOf" srcId="{D20BD080-91B9-4B34-B276-B867952A579E}" destId="{EB1AFE4F-9A60-415F-BBB5-18F6BFAA6D82}" srcOrd="4" destOrd="0" presId="urn:microsoft.com/office/officeart/2018/2/layout/IconCircleList"/>
    <dgm:cxn modelId="{7CA7AC97-BA6A-4D72-A66E-C81629EE8005}" type="presParOf" srcId="{EB1AFE4F-9A60-415F-BBB5-18F6BFAA6D82}" destId="{65A51382-B10A-4300-9B36-432A188BE9FF}" srcOrd="0" destOrd="0" presId="urn:microsoft.com/office/officeart/2018/2/layout/IconCircleList"/>
    <dgm:cxn modelId="{0162F5A3-6EC6-4274-B642-8E233029D8DB}" type="presParOf" srcId="{EB1AFE4F-9A60-415F-BBB5-18F6BFAA6D82}" destId="{82C402E1-4C18-40C9-97F2-772F03E0A867}" srcOrd="1" destOrd="0" presId="urn:microsoft.com/office/officeart/2018/2/layout/IconCircleList"/>
    <dgm:cxn modelId="{1F377B95-423A-493B-9E65-742F1A802F1E}" type="presParOf" srcId="{EB1AFE4F-9A60-415F-BBB5-18F6BFAA6D82}" destId="{DDA65273-5E6C-4CE5-8BF5-CF436D78CD7A}" srcOrd="2" destOrd="0" presId="urn:microsoft.com/office/officeart/2018/2/layout/IconCircleList"/>
    <dgm:cxn modelId="{A04CA48A-1619-4DDF-9CD9-6ABEC14E1967}" type="presParOf" srcId="{EB1AFE4F-9A60-415F-BBB5-18F6BFAA6D82}" destId="{89C7CE4C-4F0B-40A7-9B70-36CD72322155}" srcOrd="3" destOrd="0" presId="urn:microsoft.com/office/officeart/2018/2/layout/IconCircleList"/>
    <dgm:cxn modelId="{98F8E086-1B92-4033-A7ED-F3100B62A28A}" type="presParOf" srcId="{D20BD080-91B9-4B34-B276-B867952A579E}" destId="{2BDFC975-09D9-4F71-9744-15B1DB827712}" srcOrd="5" destOrd="0" presId="urn:microsoft.com/office/officeart/2018/2/layout/IconCircleList"/>
    <dgm:cxn modelId="{C84D745C-43A0-4D47-B7AF-845913201818}" type="presParOf" srcId="{D20BD080-91B9-4B34-B276-B867952A579E}" destId="{C54DA008-4E2F-436F-A32A-B7658B58950A}" srcOrd="6" destOrd="0" presId="urn:microsoft.com/office/officeart/2018/2/layout/IconCircleList"/>
    <dgm:cxn modelId="{48847EA1-5BA4-4B2B-982A-609BDD7BD3C7}" type="presParOf" srcId="{C54DA008-4E2F-436F-A32A-B7658B58950A}" destId="{7E618979-FA85-4BF1-91E9-6B063BA35058}" srcOrd="0" destOrd="0" presId="urn:microsoft.com/office/officeart/2018/2/layout/IconCircleList"/>
    <dgm:cxn modelId="{48953D7B-D965-4864-83DD-602F54634E49}" type="presParOf" srcId="{C54DA008-4E2F-436F-A32A-B7658B58950A}" destId="{8D8B2062-9B8F-4F5A-8B31-0460C19DEF3E}" srcOrd="1" destOrd="0" presId="urn:microsoft.com/office/officeart/2018/2/layout/IconCircleList"/>
    <dgm:cxn modelId="{8CC1F64E-0E82-4F65-8943-C58223868957}" type="presParOf" srcId="{C54DA008-4E2F-436F-A32A-B7658B58950A}" destId="{4F5BEC18-6281-426C-BEA3-A40FDFB6D5F7}" srcOrd="2" destOrd="0" presId="urn:microsoft.com/office/officeart/2018/2/layout/IconCircleList"/>
    <dgm:cxn modelId="{203D7A62-2DF7-4188-967C-BA2A906817CF}" type="presParOf" srcId="{C54DA008-4E2F-436F-A32A-B7658B58950A}" destId="{AD9C48AA-817A-4433-BE41-97F9C63E25C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2732A0-E0D5-46B2-887F-DE6310053973}">
      <dsp:nvSpPr>
        <dsp:cNvPr id="0" name=""/>
        <dsp:cNvSpPr/>
      </dsp:nvSpPr>
      <dsp:spPr>
        <a:xfrm rot="5400000">
          <a:off x="2901777" y="-926234"/>
          <a:ext cx="1121829" cy="325900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 dirty="0"/>
            <a:t>Accurate collection and evaluation of data</a:t>
          </a:r>
          <a:endParaRPr lang="en-US" sz="1900" kern="1200" dirty="0"/>
        </a:p>
      </dsp:txBody>
      <dsp:txXfrm rot="-5400000">
        <a:off x="1833190" y="197116"/>
        <a:ext cx="3204241" cy="1012303"/>
      </dsp:txXfrm>
    </dsp:sp>
    <dsp:sp modelId="{6D77B657-4467-44EE-9A47-AE331296860A}">
      <dsp:nvSpPr>
        <dsp:cNvPr id="0" name=""/>
        <dsp:cNvSpPr/>
      </dsp:nvSpPr>
      <dsp:spPr>
        <a:xfrm>
          <a:off x="0" y="2124"/>
          <a:ext cx="1833189" cy="14022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Purpose</a:t>
          </a:r>
          <a:endParaRPr lang="en-US" sz="2000" kern="1200"/>
        </a:p>
      </dsp:txBody>
      <dsp:txXfrm>
        <a:off x="68454" y="70578"/>
        <a:ext cx="1696281" cy="1265378"/>
      </dsp:txXfrm>
    </dsp:sp>
    <dsp:sp modelId="{A39B82BB-B2A4-40DD-AF02-92EF55B93503}">
      <dsp:nvSpPr>
        <dsp:cNvPr id="0" name=""/>
        <dsp:cNvSpPr/>
      </dsp:nvSpPr>
      <dsp:spPr>
        <a:xfrm rot="5400000">
          <a:off x="2901777" y="546166"/>
          <a:ext cx="1121829" cy="325900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 dirty="0"/>
            <a:t>Holder fixation on box latch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 dirty="0"/>
            <a:t>Custom fit cavity for battery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 dirty="0"/>
            <a:t>Screwing points for PSOC6</a:t>
          </a:r>
          <a:endParaRPr lang="en-US" sz="1900" kern="1200" dirty="0"/>
        </a:p>
      </dsp:txBody>
      <dsp:txXfrm rot="-5400000">
        <a:off x="1833190" y="1669517"/>
        <a:ext cx="3204241" cy="1012303"/>
      </dsp:txXfrm>
    </dsp:sp>
    <dsp:sp modelId="{85D73554-8843-4A01-B23D-301969365218}">
      <dsp:nvSpPr>
        <dsp:cNvPr id="0" name=""/>
        <dsp:cNvSpPr/>
      </dsp:nvSpPr>
      <dsp:spPr>
        <a:xfrm>
          <a:off x="0" y="1474525"/>
          <a:ext cx="1833189" cy="14022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Construction</a:t>
          </a:r>
          <a:endParaRPr lang="en-US" sz="2000" kern="1200"/>
        </a:p>
      </dsp:txBody>
      <dsp:txXfrm>
        <a:off x="68454" y="1542979"/>
        <a:ext cx="1696281" cy="1265378"/>
      </dsp:txXfrm>
    </dsp:sp>
    <dsp:sp modelId="{F90A8B2F-80F3-4149-94DF-799244CD7EC5}">
      <dsp:nvSpPr>
        <dsp:cNvPr id="0" name=""/>
        <dsp:cNvSpPr/>
      </dsp:nvSpPr>
      <dsp:spPr>
        <a:xfrm rot="5400000">
          <a:off x="2901777" y="2018567"/>
          <a:ext cx="1121829" cy="325900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 dirty="0"/>
            <a:t>Worked perfectly during testing</a:t>
          </a:r>
          <a:endParaRPr lang="en-US" sz="1900" kern="1200" dirty="0"/>
        </a:p>
      </dsp:txBody>
      <dsp:txXfrm rot="-5400000">
        <a:off x="1833190" y="3141918"/>
        <a:ext cx="3204241" cy="1012303"/>
      </dsp:txXfrm>
    </dsp:sp>
    <dsp:sp modelId="{CD9F0D64-833B-4F7C-83E5-9945255010B9}">
      <dsp:nvSpPr>
        <dsp:cNvPr id="0" name=""/>
        <dsp:cNvSpPr/>
      </dsp:nvSpPr>
      <dsp:spPr>
        <a:xfrm>
          <a:off x="0" y="2946926"/>
          <a:ext cx="1833189" cy="14022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Result</a:t>
          </a:r>
          <a:endParaRPr lang="en-US" sz="2000" kern="1200"/>
        </a:p>
      </dsp:txBody>
      <dsp:txXfrm>
        <a:off x="68454" y="3015380"/>
        <a:ext cx="1696281" cy="12653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19D8C5-A181-4F4E-8BBB-2FB69E1D29B8}">
      <dsp:nvSpPr>
        <dsp:cNvPr id="0" name=""/>
        <dsp:cNvSpPr/>
      </dsp:nvSpPr>
      <dsp:spPr>
        <a:xfrm>
          <a:off x="108906" y="624758"/>
          <a:ext cx="1115255" cy="111525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26FC50-BDA3-43B7-B6AA-78517DBAD1CE}">
      <dsp:nvSpPr>
        <dsp:cNvPr id="0" name=""/>
        <dsp:cNvSpPr/>
      </dsp:nvSpPr>
      <dsp:spPr>
        <a:xfrm>
          <a:off x="343110" y="858962"/>
          <a:ext cx="646848" cy="6468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E6FB21-E331-4FE5-B2DF-F808B38FAF68}">
      <dsp:nvSpPr>
        <dsp:cNvPr id="0" name=""/>
        <dsp:cNvSpPr/>
      </dsp:nvSpPr>
      <dsp:spPr>
        <a:xfrm>
          <a:off x="1463145" y="624758"/>
          <a:ext cx="2628816" cy="1115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Implementing the game function</a:t>
          </a:r>
          <a:endParaRPr lang="en-US" sz="1600" kern="1200" dirty="0"/>
        </a:p>
      </dsp:txBody>
      <dsp:txXfrm>
        <a:off x="1463145" y="624758"/>
        <a:ext cx="2628816" cy="1115255"/>
      </dsp:txXfrm>
    </dsp:sp>
    <dsp:sp modelId="{7B0FC50B-C7E3-4553-BEDD-A022A09ECF40}">
      <dsp:nvSpPr>
        <dsp:cNvPr id="0" name=""/>
        <dsp:cNvSpPr/>
      </dsp:nvSpPr>
      <dsp:spPr>
        <a:xfrm>
          <a:off x="4550014" y="624758"/>
          <a:ext cx="1115255" cy="111525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F16A2C-7688-4E64-8D6E-B70766EF0BA5}">
      <dsp:nvSpPr>
        <dsp:cNvPr id="0" name=""/>
        <dsp:cNvSpPr/>
      </dsp:nvSpPr>
      <dsp:spPr>
        <a:xfrm>
          <a:off x="4784217" y="858962"/>
          <a:ext cx="646848" cy="6468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EB9C88-5660-49CA-B840-84E958B65DED}">
      <dsp:nvSpPr>
        <dsp:cNvPr id="0" name=""/>
        <dsp:cNvSpPr/>
      </dsp:nvSpPr>
      <dsp:spPr>
        <a:xfrm>
          <a:off x="5904253" y="624758"/>
          <a:ext cx="2628816" cy="1115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Gathering more sampling data from more different people </a:t>
          </a:r>
          <a:endParaRPr lang="en-US" sz="1600" kern="1200" dirty="0"/>
        </a:p>
      </dsp:txBody>
      <dsp:txXfrm>
        <a:off x="5904253" y="624758"/>
        <a:ext cx="2628816" cy="1115255"/>
      </dsp:txXfrm>
    </dsp:sp>
    <dsp:sp modelId="{65A51382-B10A-4300-9B36-432A188BE9FF}">
      <dsp:nvSpPr>
        <dsp:cNvPr id="0" name=""/>
        <dsp:cNvSpPr/>
      </dsp:nvSpPr>
      <dsp:spPr>
        <a:xfrm>
          <a:off x="108906" y="2452790"/>
          <a:ext cx="1115255" cy="111525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C402E1-4C18-40C9-97F2-772F03E0A867}">
      <dsp:nvSpPr>
        <dsp:cNvPr id="0" name=""/>
        <dsp:cNvSpPr/>
      </dsp:nvSpPr>
      <dsp:spPr>
        <a:xfrm>
          <a:off x="343110" y="2686994"/>
          <a:ext cx="646848" cy="6468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C7CE4C-4F0B-40A7-9B70-36CD72322155}">
      <dsp:nvSpPr>
        <dsp:cNvPr id="0" name=""/>
        <dsp:cNvSpPr/>
      </dsp:nvSpPr>
      <dsp:spPr>
        <a:xfrm>
          <a:off x="1463145" y="2452790"/>
          <a:ext cx="2628816" cy="1115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Gather data of left-handed punches</a:t>
          </a:r>
          <a:endParaRPr lang="en-US" sz="1600" kern="1200" dirty="0"/>
        </a:p>
      </dsp:txBody>
      <dsp:txXfrm>
        <a:off x="1463145" y="2452790"/>
        <a:ext cx="2628816" cy="1115255"/>
      </dsp:txXfrm>
    </dsp:sp>
    <dsp:sp modelId="{7E618979-FA85-4BF1-91E9-6B063BA35058}">
      <dsp:nvSpPr>
        <dsp:cNvPr id="0" name=""/>
        <dsp:cNvSpPr/>
      </dsp:nvSpPr>
      <dsp:spPr>
        <a:xfrm>
          <a:off x="4550014" y="2452790"/>
          <a:ext cx="1115255" cy="111525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8B2062-9B8F-4F5A-8B31-0460C19DEF3E}">
      <dsp:nvSpPr>
        <dsp:cNvPr id="0" name=""/>
        <dsp:cNvSpPr/>
      </dsp:nvSpPr>
      <dsp:spPr>
        <a:xfrm>
          <a:off x="4784217" y="2686994"/>
          <a:ext cx="646848" cy="6468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9C48AA-817A-4433-BE41-97F9C63E25C7}">
      <dsp:nvSpPr>
        <dsp:cNvPr id="0" name=""/>
        <dsp:cNvSpPr/>
      </dsp:nvSpPr>
      <dsp:spPr>
        <a:xfrm>
          <a:off x="5904253" y="2452790"/>
          <a:ext cx="2628816" cy="1115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Creation of charts for easier understanding/adding statistic analysis</a:t>
          </a:r>
          <a:endParaRPr lang="en-US" sz="1600" kern="1200" dirty="0"/>
        </a:p>
      </dsp:txBody>
      <dsp:txXfrm>
        <a:off x="5904253" y="2452790"/>
        <a:ext cx="2628816" cy="11152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FDB5A7-DA16-4448-8282-3E19F6C995A7}" type="datetimeFigureOut">
              <a:rPr lang="de-AT" smtClean="0"/>
              <a:t>22.02.2026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421F40-A2A0-451B-91E9-F1FF0F435D3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4563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 err="1"/>
              <a:t>Riedi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21F40-A2A0-451B-91E9-F1FF0F435D37}" type="slidenum">
              <a:rPr lang="de-AT" smtClean="0"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441021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 err="1"/>
              <a:t>Riedi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21F40-A2A0-451B-91E9-F1FF0F435D37}" type="slidenum">
              <a:rPr lang="de-AT" smtClean="0"/>
              <a:t>2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7770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 err="1"/>
              <a:t>Riedi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21F40-A2A0-451B-91E9-F1FF0F435D37}" type="slidenum">
              <a:rPr lang="de-AT" smtClean="0"/>
              <a:t>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53367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/>
              <a:t>Rief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21F40-A2A0-451B-91E9-F1FF0F435D37}" type="slidenum">
              <a:rPr lang="de-AT" smtClean="0"/>
              <a:t>4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853765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/>
              <a:t>Data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one</a:t>
            </a:r>
            <a:r>
              <a:rPr lang="de-AT" dirty="0"/>
              <a:t> </a:t>
            </a:r>
            <a:r>
              <a:rPr lang="de-AT" dirty="0" err="1"/>
              <a:t>person</a:t>
            </a:r>
            <a:r>
              <a:rPr lang="de-AT" dirty="0"/>
              <a:t> </a:t>
            </a:r>
            <a:r>
              <a:rPr lang="de-AT" dirty="0" err="1"/>
              <a:t>for</a:t>
            </a:r>
            <a:r>
              <a:rPr lang="de-AT" dirty="0"/>
              <a:t> </a:t>
            </a:r>
            <a:r>
              <a:rPr lang="de-AT" dirty="0" err="1"/>
              <a:t>greater</a:t>
            </a:r>
            <a:r>
              <a:rPr lang="de-AT" dirty="0"/>
              <a:t> </a:t>
            </a:r>
            <a:r>
              <a:rPr lang="de-AT" dirty="0" err="1"/>
              <a:t>accuracy</a:t>
            </a:r>
            <a:r>
              <a:rPr lang="de-AT" dirty="0"/>
              <a:t>. </a:t>
            </a:r>
            <a:r>
              <a:rPr lang="de-AT" dirty="0" err="1"/>
              <a:t>Gathered</a:t>
            </a:r>
            <a:r>
              <a:rPr lang="de-AT" dirty="0"/>
              <a:t> a total </a:t>
            </a:r>
            <a:r>
              <a:rPr lang="de-AT" dirty="0" err="1"/>
              <a:t>of</a:t>
            </a:r>
            <a:r>
              <a:rPr lang="de-AT" dirty="0"/>
              <a:t> 45 </a:t>
            </a:r>
            <a:r>
              <a:rPr lang="de-AT" dirty="0" err="1"/>
              <a:t>minutes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data</a:t>
            </a:r>
            <a:r>
              <a:rPr lang="de-AT" dirty="0"/>
              <a:t>, 18,5 </a:t>
            </a:r>
            <a:r>
              <a:rPr lang="de-AT" dirty="0" err="1"/>
              <a:t>labeled</a:t>
            </a:r>
            <a:r>
              <a:rPr lang="de-AT" dirty="0"/>
              <a:t>. </a:t>
            </a:r>
          </a:p>
          <a:p>
            <a:endParaRPr lang="de-AT" dirty="0"/>
          </a:p>
          <a:p>
            <a:r>
              <a:rPr lang="de-AT" dirty="0" err="1"/>
              <a:t>We</a:t>
            </a:r>
            <a:r>
              <a:rPr lang="de-AT" dirty="0"/>
              <a:t> </a:t>
            </a:r>
            <a:r>
              <a:rPr lang="de-AT" dirty="0" err="1"/>
              <a:t>chose</a:t>
            </a:r>
            <a:r>
              <a:rPr lang="de-AT" dirty="0"/>
              <a:t> a 60/20/20 </a:t>
            </a:r>
            <a:r>
              <a:rPr lang="de-AT" dirty="0" err="1"/>
              <a:t>split</a:t>
            </a:r>
            <a:r>
              <a:rPr lang="de-AT" dirty="0"/>
              <a:t> </a:t>
            </a:r>
            <a:r>
              <a:rPr lang="de-AT" dirty="0" err="1"/>
              <a:t>as</a:t>
            </a:r>
            <a:r>
              <a:rPr lang="de-AT" dirty="0"/>
              <a:t> </a:t>
            </a:r>
            <a:r>
              <a:rPr lang="de-AT" dirty="0" err="1"/>
              <a:t>suggested</a:t>
            </a:r>
            <a:r>
              <a:rPr lang="de-AT" dirty="0"/>
              <a:t> in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lecture</a:t>
            </a:r>
            <a:r>
              <a:rPr lang="de-AT" dirty="0"/>
              <a:t> </a:t>
            </a:r>
            <a:r>
              <a:rPr lang="de-AT" dirty="0" err="1"/>
              <a:t>part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project</a:t>
            </a:r>
            <a:r>
              <a:rPr lang="de-AT" dirty="0"/>
              <a:t>. </a:t>
            </a:r>
          </a:p>
          <a:p>
            <a:endParaRPr lang="de-AT" dirty="0"/>
          </a:p>
          <a:p>
            <a:r>
              <a:rPr lang="de-AT" dirty="0" err="1"/>
              <a:t>Implemented</a:t>
            </a:r>
            <a:r>
              <a:rPr lang="de-AT" dirty="0"/>
              <a:t> negative </a:t>
            </a:r>
            <a:r>
              <a:rPr lang="de-AT" dirty="0" err="1"/>
              <a:t>data</a:t>
            </a:r>
            <a:r>
              <a:rPr lang="de-AT" dirty="0"/>
              <a:t> </a:t>
            </a:r>
            <a:r>
              <a:rPr lang="de-AT" dirty="0" err="1"/>
              <a:t>which</a:t>
            </a:r>
            <a:r>
              <a:rPr lang="de-AT" dirty="0"/>
              <a:t> </a:t>
            </a:r>
            <a:r>
              <a:rPr lang="de-AT" dirty="0" err="1"/>
              <a:t>consists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warming</a:t>
            </a:r>
            <a:r>
              <a:rPr lang="de-AT" dirty="0"/>
              <a:t> </a:t>
            </a:r>
            <a:r>
              <a:rPr lang="de-AT" dirty="0" err="1"/>
              <a:t>up</a:t>
            </a:r>
            <a:r>
              <a:rPr lang="de-AT" dirty="0"/>
              <a:t>, </a:t>
            </a:r>
            <a:r>
              <a:rPr lang="de-AT" dirty="0" err="1"/>
              <a:t>walking</a:t>
            </a:r>
            <a:r>
              <a:rPr lang="de-AT" dirty="0"/>
              <a:t> </a:t>
            </a:r>
            <a:r>
              <a:rPr lang="de-AT" dirty="0" err="1"/>
              <a:t>around</a:t>
            </a:r>
            <a:r>
              <a:rPr lang="de-AT" dirty="0"/>
              <a:t> and </a:t>
            </a:r>
            <a:r>
              <a:rPr lang="de-AT" dirty="0" err="1"/>
              <a:t>data</a:t>
            </a:r>
            <a:r>
              <a:rPr lang="de-AT" dirty="0"/>
              <a:t> </a:t>
            </a:r>
            <a:r>
              <a:rPr lang="de-AT" dirty="0" err="1"/>
              <a:t>which</a:t>
            </a:r>
            <a:r>
              <a:rPr lang="de-AT" dirty="0"/>
              <a:t> </a:t>
            </a:r>
            <a:r>
              <a:rPr lang="de-AT" dirty="0" err="1"/>
              <a:t>shows</a:t>
            </a:r>
            <a:r>
              <a:rPr lang="de-AT" dirty="0"/>
              <a:t> </a:t>
            </a:r>
            <a:r>
              <a:rPr lang="de-AT" dirty="0" err="1"/>
              <a:t>neither</a:t>
            </a:r>
            <a:r>
              <a:rPr lang="de-AT" dirty="0"/>
              <a:t> </a:t>
            </a:r>
            <a:r>
              <a:rPr lang="de-AT" dirty="0" err="1"/>
              <a:t>distinc</a:t>
            </a:r>
            <a:r>
              <a:rPr lang="de-AT" dirty="0"/>
              <a:t> </a:t>
            </a:r>
            <a:r>
              <a:rPr lang="de-AT" dirty="0" err="1"/>
              <a:t>punches</a:t>
            </a:r>
            <a:r>
              <a:rPr lang="de-AT" dirty="0"/>
              <a:t> </a:t>
            </a:r>
            <a:r>
              <a:rPr lang="de-AT" dirty="0" err="1"/>
              <a:t>thrown</a:t>
            </a:r>
            <a:r>
              <a:rPr lang="de-AT" dirty="0"/>
              <a:t> </a:t>
            </a:r>
            <a:r>
              <a:rPr lang="de-AT" dirty="0" err="1"/>
              <a:t>nor</a:t>
            </a:r>
            <a:r>
              <a:rPr lang="de-AT" dirty="0"/>
              <a:t> </a:t>
            </a:r>
            <a:r>
              <a:rPr lang="de-AT" dirty="0" err="1"/>
              <a:t>completly</a:t>
            </a:r>
            <a:r>
              <a:rPr lang="de-AT" dirty="0"/>
              <a:t> </a:t>
            </a:r>
            <a:r>
              <a:rPr lang="de-AT" dirty="0" err="1"/>
              <a:t>standing</a:t>
            </a:r>
            <a:r>
              <a:rPr lang="de-AT" dirty="0"/>
              <a:t> still.</a:t>
            </a:r>
          </a:p>
          <a:p>
            <a:r>
              <a:rPr lang="de-AT" dirty="0"/>
              <a:t> </a:t>
            </a:r>
          </a:p>
          <a:p>
            <a:r>
              <a:rPr lang="de-AT" dirty="0"/>
              <a:t>On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picture</a:t>
            </a:r>
            <a:r>
              <a:rPr lang="de-AT" dirty="0"/>
              <a:t> </a:t>
            </a:r>
            <a:r>
              <a:rPr lang="de-AT" dirty="0" err="1"/>
              <a:t>you</a:t>
            </a:r>
            <a:r>
              <a:rPr lang="de-AT" dirty="0"/>
              <a:t> </a:t>
            </a:r>
            <a:r>
              <a:rPr lang="de-AT" dirty="0" err="1"/>
              <a:t>can</a:t>
            </a:r>
            <a:r>
              <a:rPr lang="de-AT" dirty="0"/>
              <a:t> </a:t>
            </a:r>
            <a:r>
              <a:rPr lang="de-AT" dirty="0" err="1"/>
              <a:t>see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specific</a:t>
            </a:r>
            <a:r>
              <a:rPr lang="de-AT" dirty="0"/>
              <a:t> </a:t>
            </a:r>
            <a:r>
              <a:rPr lang="de-AT" dirty="0" err="1"/>
              <a:t>splits</a:t>
            </a:r>
            <a:r>
              <a:rPr lang="de-AT" dirty="0"/>
              <a:t> </a:t>
            </a:r>
            <a:r>
              <a:rPr lang="de-AT" dirty="0" err="1"/>
              <a:t>for</a:t>
            </a:r>
            <a:r>
              <a:rPr lang="de-AT" dirty="0"/>
              <a:t> </a:t>
            </a:r>
            <a:r>
              <a:rPr lang="de-AT" dirty="0" err="1"/>
              <a:t>train</a:t>
            </a:r>
            <a:r>
              <a:rPr lang="de-AT" dirty="0"/>
              <a:t>/</a:t>
            </a:r>
            <a:r>
              <a:rPr lang="de-AT" dirty="0" err="1"/>
              <a:t>validation</a:t>
            </a:r>
            <a:r>
              <a:rPr lang="de-AT" dirty="0"/>
              <a:t> and </a:t>
            </a:r>
            <a:r>
              <a:rPr lang="de-AT" dirty="0" err="1"/>
              <a:t>test</a:t>
            </a:r>
            <a:r>
              <a:rPr lang="de-AT" dirty="0"/>
              <a:t> </a:t>
            </a:r>
            <a:r>
              <a:rPr lang="de-AT" dirty="0" err="1"/>
              <a:t>we</a:t>
            </a:r>
            <a:r>
              <a:rPr lang="de-AT" dirty="0"/>
              <a:t> </a:t>
            </a:r>
            <a:r>
              <a:rPr lang="de-AT" dirty="0" err="1"/>
              <a:t>achieved</a:t>
            </a:r>
            <a:r>
              <a:rPr lang="de-AT" dirty="0"/>
              <a:t> in </a:t>
            </a:r>
            <a:r>
              <a:rPr lang="de-AT" dirty="0" err="1"/>
              <a:t>our</a:t>
            </a:r>
            <a:r>
              <a:rPr lang="de-AT" dirty="0"/>
              <a:t> </a:t>
            </a:r>
            <a:r>
              <a:rPr lang="de-AT" dirty="0" err="1"/>
              <a:t>classification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21F40-A2A0-451B-91E9-F1FF0F435D37}" type="slidenum">
              <a:rPr lang="de-AT" smtClean="0"/>
              <a:t>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020065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 err="1"/>
              <a:t>Differene</a:t>
            </a:r>
            <a:r>
              <a:rPr lang="de-AT" dirty="0"/>
              <a:t> </a:t>
            </a:r>
            <a:r>
              <a:rPr lang="de-AT" dirty="0" err="1"/>
              <a:t>between</a:t>
            </a:r>
            <a:r>
              <a:rPr lang="de-AT" dirty="0"/>
              <a:t> </a:t>
            </a:r>
            <a:r>
              <a:rPr lang="de-AT" dirty="0" err="1"/>
              <a:t>tobi</a:t>
            </a:r>
            <a:r>
              <a:rPr lang="de-AT" dirty="0"/>
              <a:t> on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left</a:t>
            </a:r>
            <a:r>
              <a:rPr lang="de-AT" dirty="0"/>
              <a:t> and </a:t>
            </a:r>
            <a:r>
              <a:rPr lang="de-AT" dirty="0" err="1"/>
              <a:t>my</a:t>
            </a:r>
            <a:r>
              <a:rPr lang="de-AT" dirty="0"/>
              <a:t> </a:t>
            </a:r>
            <a:r>
              <a:rPr lang="de-AT" dirty="0" err="1"/>
              <a:t>data</a:t>
            </a:r>
            <a:r>
              <a:rPr lang="de-AT" dirty="0"/>
              <a:t> on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right</a:t>
            </a:r>
            <a:r>
              <a:rPr lang="de-AT" dirty="0"/>
              <a:t> </a:t>
            </a:r>
            <a:r>
              <a:rPr lang="de-AT" dirty="0" err="1"/>
              <a:t>is</a:t>
            </a:r>
            <a:r>
              <a:rPr lang="de-AT" dirty="0"/>
              <a:t> not </a:t>
            </a:r>
            <a:r>
              <a:rPr lang="de-AT" dirty="0" err="1"/>
              <a:t>as</a:t>
            </a:r>
            <a:r>
              <a:rPr lang="de-AT" dirty="0"/>
              <a:t> </a:t>
            </a:r>
            <a:r>
              <a:rPr lang="de-AT" dirty="0" err="1"/>
              <a:t>big</a:t>
            </a:r>
            <a:r>
              <a:rPr lang="de-AT" dirty="0"/>
              <a:t> </a:t>
            </a:r>
            <a:r>
              <a:rPr lang="de-AT" dirty="0" err="1"/>
              <a:t>as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difference</a:t>
            </a:r>
            <a:r>
              <a:rPr lang="de-AT" dirty="0"/>
              <a:t> </a:t>
            </a:r>
            <a:r>
              <a:rPr lang="de-AT" dirty="0" err="1"/>
              <a:t>to</a:t>
            </a:r>
            <a:r>
              <a:rPr lang="de-AT" dirty="0"/>
              <a:t> </a:t>
            </a:r>
            <a:r>
              <a:rPr lang="de-AT" dirty="0" err="1"/>
              <a:t>theos</a:t>
            </a:r>
            <a:r>
              <a:rPr lang="de-AT" dirty="0"/>
              <a:t> </a:t>
            </a:r>
            <a:r>
              <a:rPr lang="de-AT" dirty="0" err="1"/>
              <a:t>data</a:t>
            </a:r>
            <a:r>
              <a:rPr lang="de-AT" dirty="0"/>
              <a:t> in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middle</a:t>
            </a:r>
            <a:r>
              <a:rPr lang="de-AT" dirty="0"/>
              <a:t>. </a:t>
            </a:r>
            <a:r>
              <a:rPr lang="de-AT" dirty="0" err="1"/>
              <a:t>Its</a:t>
            </a:r>
            <a:r>
              <a:rPr lang="de-AT" dirty="0"/>
              <a:t> </a:t>
            </a:r>
            <a:r>
              <a:rPr lang="de-AT" dirty="0" err="1"/>
              <a:t>necessary</a:t>
            </a:r>
            <a:r>
              <a:rPr lang="de-AT" dirty="0"/>
              <a:t> </a:t>
            </a:r>
            <a:r>
              <a:rPr lang="de-AT" dirty="0" err="1"/>
              <a:t>to</a:t>
            </a:r>
            <a:r>
              <a:rPr lang="de-AT" dirty="0"/>
              <a:t> </a:t>
            </a:r>
            <a:r>
              <a:rPr lang="de-AT" dirty="0" err="1"/>
              <a:t>state</a:t>
            </a:r>
            <a:r>
              <a:rPr lang="de-AT" dirty="0"/>
              <a:t> </a:t>
            </a:r>
            <a:r>
              <a:rPr lang="de-AT" dirty="0" err="1"/>
              <a:t>that</a:t>
            </a:r>
            <a:r>
              <a:rPr lang="de-AT" dirty="0"/>
              <a:t> </a:t>
            </a:r>
            <a:r>
              <a:rPr lang="de-AT" dirty="0" err="1"/>
              <a:t>tobi</a:t>
            </a:r>
            <a:r>
              <a:rPr lang="de-AT" dirty="0"/>
              <a:t> and i </a:t>
            </a:r>
            <a:r>
              <a:rPr lang="de-AT" dirty="0" err="1"/>
              <a:t>have</a:t>
            </a:r>
            <a:r>
              <a:rPr lang="de-AT" dirty="0"/>
              <a:t> </a:t>
            </a:r>
            <a:r>
              <a:rPr lang="de-AT" dirty="0" err="1"/>
              <a:t>boxed</a:t>
            </a:r>
            <a:r>
              <a:rPr lang="de-AT" dirty="0"/>
              <a:t> multiple </a:t>
            </a:r>
            <a:r>
              <a:rPr lang="de-AT" dirty="0" err="1"/>
              <a:t>times</a:t>
            </a:r>
            <a:r>
              <a:rPr lang="de-AT" dirty="0"/>
              <a:t> </a:t>
            </a:r>
            <a:r>
              <a:rPr lang="de-AT" dirty="0" err="1"/>
              <a:t>before</a:t>
            </a:r>
            <a:r>
              <a:rPr lang="de-AT" dirty="0"/>
              <a:t> and </a:t>
            </a:r>
            <a:r>
              <a:rPr lang="de-AT" dirty="0" err="1"/>
              <a:t>theo</a:t>
            </a:r>
            <a:r>
              <a:rPr lang="de-AT" dirty="0"/>
              <a:t> </a:t>
            </a:r>
            <a:r>
              <a:rPr lang="de-AT" dirty="0" err="1"/>
              <a:t>took</a:t>
            </a:r>
            <a:r>
              <a:rPr lang="de-AT" dirty="0"/>
              <a:t> </a:t>
            </a:r>
            <a:r>
              <a:rPr lang="de-AT" dirty="0" err="1"/>
              <a:t>his</a:t>
            </a:r>
            <a:r>
              <a:rPr lang="de-AT" dirty="0"/>
              <a:t> </a:t>
            </a:r>
            <a:r>
              <a:rPr lang="de-AT" dirty="0" err="1"/>
              <a:t>first</a:t>
            </a:r>
            <a:r>
              <a:rPr lang="de-AT" dirty="0"/>
              <a:t> </a:t>
            </a:r>
            <a:r>
              <a:rPr lang="de-AT" dirty="0" err="1"/>
              <a:t>punches</a:t>
            </a:r>
            <a:r>
              <a:rPr lang="de-AT" dirty="0"/>
              <a:t> </a:t>
            </a:r>
            <a:r>
              <a:rPr lang="de-AT" dirty="0" err="1"/>
              <a:t>during</a:t>
            </a:r>
            <a:r>
              <a:rPr lang="de-AT" dirty="0"/>
              <a:t> </a:t>
            </a:r>
            <a:r>
              <a:rPr lang="de-AT" dirty="0" err="1"/>
              <a:t>our</a:t>
            </a:r>
            <a:r>
              <a:rPr lang="de-AT" dirty="0"/>
              <a:t> </a:t>
            </a:r>
            <a:r>
              <a:rPr lang="de-AT" dirty="0" err="1"/>
              <a:t>project</a:t>
            </a:r>
            <a:r>
              <a:rPr lang="de-AT" dirty="0"/>
              <a:t> (and </a:t>
            </a:r>
            <a:r>
              <a:rPr lang="de-AT" dirty="0" err="1"/>
              <a:t>with</a:t>
            </a:r>
            <a:r>
              <a:rPr lang="de-AT" dirty="0"/>
              <a:t> </a:t>
            </a:r>
            <a:r>
              <a:rPr lang="de-AT" dirty="0" err="1"/>
              <a:t>us</a:t>
            </a:r>
            <a:r>
              <a:rPr lang="de-AT" dirty="0"/>
              <a:t> </a:t>
            </a:r>
            <a:r>
              <a:rPr lang="de-AT" dirty="0" err="1"/>
              <a:t>as</a:t>
            </a:r>
            <a:r>
              <a:rPr lang="de-AT" dirty="0"/>
              <a:t> </a:t>
            </a:r>
            <a:r>
              <a:rPr lang="de-AT" dirty="0" err="1"/>
              <a:t>his</a:t>
            </a:r>
            <a:r>
              <a:rPr lang="de-AT" dirty="0"/>
              <a:t> </a:t>
            </a:r>
            <a:r>
              <a:rPr lang="de-AT" dirty="0" err="1"/>
              <a:t>coaches</a:t>
            </a:r>
            <a:r>
              <a:rPr lang="de-AT" dirty="0"/>
              <a:t> ;) ) </a:t>
            </a:r>
            <a:r>
              <a:rPr lang="de-AT" dirty="0" err="1"/>
              <a:t>That</a:t>
            </a:r>
            <a:r>
              <a:rPr lang="de-AT" dirty="0"/>
              <a:t> </a:t>
            </a:r>
            <a:r>
              <a:rPr lang="de-AT" dirty="0" err="1"/>
              <a:t>visualizes</a:t>
            </a:r>
            <a:r>
              <a:rPr lang="de-AT" dirty="0"/>
              <a:t> </a:t>
            </a:r>
            <a:r>
              <a:rPr lang="de-AT" dirty="0" err="1"/>
              <a:t>perfectly</a:t>
            </a:r>
            <a:r>
              <a:rPr lang="de-AT" dirty="0"/>
              <a:t> </a:t>
            </a:r>
            <a:r>
              <a:rPr lang="de-AT" dirty="0" err="1"/>
              <a:t>how</a:t>
            </a:r>
            <a:r>
              <a:rPr lang="de-AT" dirty="0"/>
              <a:t> </a:t>
            </a:r>
            <a:r>
              <a:rPr lang="de-AT" dirty="0" err="1"/>
              <a:t>significant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differences</a:t>
            </a:r>
            <a:r>
              <a:rPr lang="de-AT" dirty="0"/>
              <a:t> </a:t>
            </a:r>
            <a:r>
              <a:rPr lang="de-AT" dirty="0" err="1"/>
              <a:t>can</a:t>
            </a:r>
            <a:r>
              <a:rPr lang="de-AT" dirty="0"/>
              <a:t> </a:t>
            </a:r>
            <a:r>
              <a:rPr lang="de-AT" dirty="0" err="1"/>
              <a:t>be</a:t>
            </a:r>
            <a:r>
              <a:rPr lang="de-AT" dirty="0"/>
              <a:t>, </a:t>
            </a:r>
            <a:r>
              <a:rPr lang="de-AT" dirty="0" err="1"/>
              <a:t>therefore</a:t>
            </a:r>
            <a:r>
              <a:rPr lang="de-AT" dirty="0"/>
              <a:t> </a:t>
            </a:r>
            <a:r>
              <a:rPr lang="de-AT" dirty="0" err="1"/>
              <a:t>we</a:t>
            </a:r>
            <a:r>
              <a:rPr lang="de-AT" dirty="0"/>
              <a:t> </a:t>
            </a:r>
            <a:r>
              <a:rPr lang="de-AT" dirty="0" err="1"/>
              <a:t>decided</a:t>
            </a:r>
            <a:r>
              <a:rPr lang="de-AT" dirty="0"/>
              <a:t> </a:t>
            </a:r>
            <a:r>
              <a:rPr lang="de-AT" dirty="0" err="1"/>
              <a:t>to</a:t>
            </a:r>
            <a:r>
              <a:rPr lang="de-AT" dirty="0"/>
              <a:t> </a:t>
            </a:r>
            <a:r>
              <a:rPr lang="de-AT" dirty="0" err="1"/>
              <a:t>only</a:t>
            </a:r>
            <a:r>
              <a:rPr lang="de-AT" dirty="0"/>
              <a:t> </a:t>
            </a:r>
            <a:r>
              <a:rPr lang="de-AT" dirty="0" err="1"/>
              <a:t>use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data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one</a:t>
            </a:r>
            <a:r>
              <a:rPr lang="de-AT" dirty="0"/>
              <a:t> </a:t>
            </a:r>
            <a:r>
              <a:rPr lang="de-AT" dirty="0" err="1"/>
              <a:t>person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21F40-A2A0-451B-91E9-F1FF0F435D37}" type="slidenum">
              <a:rPr lang="de-AT" smtClean="0"/>
              <a:t>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87347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 err="1"/>
              <a:t>We</a:t>
            </a:r>
            <a:r>
              <a:rPr lang="de-AT" dirty="0"/>
              <a:t> </a:t>
            </a:r>
            <a:r>
              <a:rPr lang="de-AT" dirty="0" err="1"/>
              <a:t>used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contextual</a:t>
            </a:r>
            <a:r>
              <a:rPr lang="de-AT" dirty="0"/>
              <a:t> </a:t>
            </a:r>
            <a:r>
              <a:rPr lang="de-AT" dirty="0" err="1"/>
              <a:t>window</a:t>
            </a:r>
            <a:r>
              <a:rPr lang="de-AT" dirty="0"/>
              <a:t>/</a:t>
            </a:r>
            <a:r>
              <a:rPr lang="de-AT" dirty="0" err="1"/>
              <a:t>sliding</a:t>
            </a:r>
            <a:r>
              <a:rPr lang="de-AT" dirty="0"/>
              <a:t> </a:t>
            </a:r>
            <a:r>
              <a:rPr lang="de-AT" dirty="0" err="1"/>
              <a:t>window</a:t>
            </a:r>
            <a:r>
              <a:rPr lang="de-AT" dirty="0"/>
              <a:t> </a:t>
            </a:r>
            <a:r>
              <a:rPr lang="de-AT" dirty="0" err="1"/>
              <a:t>as</a:t>
            </a:r>
            <a:r>
              <a:rPr lang="de-AT" dirty="0"/>
              <a:t> </a:t>
            </a:r>
            <a:r>
              <a:rPr lang="de-AT" dirty="0" err="1"/>
              <a:t>preprocessor</a:t>
            </a:r>
            <a:r>
              <a:rPr lang="de-AT" dirty="0"/>
              <a:t> </a:t>
            </a:r>
            <a:r>
              <a:rPr lang="de-AT" dirty="0" err="1"/>
              <a:t>layer</a:t>
            </a:r>
            <a:r>
              <a:rPr lang="de-AT" dirty="0"/>
              <a:t> </a:t>
            </a:r>
            <a:r>
              <a:rPr lang="de-AT" dirty="0" err="1"/>
              <a:t>for</a:t>
            </a:r>
            <a:r>
              <a:rPr lang="de-AT" dirty="0"/>
              <a:t> </a:t>
            </a:r>
            <a:r>
              <a:rPr lang="de-AT" dirty="0" err="1"/>
              <a:t>our</a:t>
            </a:r>
            <a:r>
              <a:rPr lang="de-AT" dirty="0"/>
              <a:t> </a:t>
            </a:r>
            <a:r>
              <a:rPr lang="de-AT" dirty="0" err="1"/>
              <a:t>classification</a:t>
            </a:r>
            <a:r>
              <a:rPr lang="de-AT" dirty="0"/>
              <a:t> </a:t>
            </a:r>
            <a:r>
              <a:rPr lang="de-AT" dirty="0" err="1"/>
              <a:t>with</a:t>
            </a:r>
            <a:r>
              <a:rPr lang="de-AT" dirty="0"/>
              <a:t> a </a:t>
            </a:r>
            <a:r>
              <a:rPr lang="de-AT" dirty="0" err="1"/>
              <a:t>window</a:t>
            </a:r>
            <a:r>
              <a:rPr lang="de-AT" dirty="0"/>
              <a:t> </a:t>
            </a:r>
            <a:r>
              <a:rPr lang="de-AT" dirty="0" err="1"/>
              <a:t>length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0.5s and 2Hz </a:t>
            </a:r>
            <a:r>
              <a:rPr lang="de-AT" dirty="0" err="1"/>
              <a:t>prediciton</a:t>
            </a:r>
            <a:r>
              <a:rPr lang="de-AT" dirty="0"/>
              <a:t> </a:t>
            </a:r>
            <a:r>
              <a:rPr lang="de-AT" dirty="0" err="1"/>
              <a:t>frequency</a:t>
            </a:r>
            <a:endParaRPr lang="de-AT" dirty="0"/>
          </a:p>
          <a:p>
            <a:endParaRPr lang="de-AT" dirty="0"/>
          </a:p>
          <a:p>
            <a:r>
              <a:rPr lang="de-AT" dirty="0" err="1"/>
              <a:t>For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model</a:t>
            </a:r>
            <a:r>
              <a:rPr lang="de-AT" dirty="0"/>
              <a:t> </a:t>
            </a:r>
            <a:r>
              <a:rPr lang="de-AT" dirty="0" err="1"/>
              <a:t>creation</a:t>
            </a:r>
            <a:r>
              <a:rPr lang="de-AT" dirty="0"/>
              <a:t> </a:t>
            </a:r>
            <a:r>
              <a:rPr lang="de-AT" dirty="0" err="1"/>
              <a:t>we</a:t>
            </a:r>
            <a:r>
              <a:rPr lang="de-AT" dirty="0"/>
              <a:t> </a:t>
            </a:r>
            <a:r>
              <a:rPr lang="de-AT" dirty="0" err="1"/>
              <a:t>used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model</a:t>
            </a:r>
            <a:r>
              <a:rPr lang="de-AT" dirty="0"/>
              <a:t> </a:t>
            </a:r>
            <a:r>
              <a:rPr lang="de-AT" dirty="0" err="1"/>
              <a:t>wizard</a:t>
            </a:r>
            <a:r>
              <a:rPr lang="de-AT" dirty="0"/>
              <a:t> and </a:t>
            </a:r>
            <a:r>
              <a:rPr lang="de-AT" dirty="0" err="1"/>
              <a:t>decided</a:t>
            </a:r>
            <a:r>
              <a:rPr lang="de-AT" dirty="0"/>
              <a:t> </a:t>
            </a:r>
            <a:r>
              <a:rPr lang="de-AT" dirty="0" err="1"/>
              <a:t>to</a:t>
            </a:r>
            <a:r>
              <a:rPr lang="de-AT" dirty="0"/>
              <a:t> </a:t>
            </a:r>
            <a:r>
              <a:rPr lang="de-AT" dirty="0" err="1"/>
              <a:t>go</a:t>
            </a:r>
            <a:r>
              <a:rPr lang="de-AT" dirty="0"/>
              <a:t> </a:t>
            </a:r>
            <a:r>
              <a:rPr lang="de-AT" dirty="0" err="1"/>
              <a:t>with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conv1d </a:t>
            </a:r>
            <a:r>
              <a:rPr lang="de-AT" dirty="0" err="1"/>
              <a:t>model</a:t>
            </a:r>
            <a:r>
              <a:rPr lang="de-AT" dirty="0"/>
              <a:t> </a:t>
            </a:r>
            <a:r>
              <a:rPr lang="de-AT" dirty="0" err="1"/>
              <a:t>family</a:t>
            </a:r>
            <a:r>
              <a:rPr lang="de-AT" dirty="0"/>
              <a:t>, medium </a:t>
            </a:r>
            <a:r>
              <a:rPr lang="de-AT" dirty="0" err="1"/>
              <a:t>model</a:t>
            </a:r>
            <a:r>
              <a:rPr lang="de-AT" dirty="0"/>
              <a:t> </a:t>
            </a:r>
            <a:r>
              <a:rPr lang="de-AT" dirty="0" err="1"/>
              <a:t>size</a:t>
            </a:r>
            <a:r>
              <a:rPr lang="de-AT" dirty="0"/>
              <a:t>. </a:t>
            </a:r>
            <a:r>
              <a:rPr lang="de-AT" dirty="0" err="1"/>
              <a:t>Balanced</a:t>
            </a:r>
            <a:r>
              <a:rPr lang="de-AT" dirty="0"/>
              <a:t> </a:t>
            </a:r>
            <a:r>
              <a:rPr lang="de-AT" dirty="0" err="1"/>
              <a:t>optimization</a:t>
            </a:r>
            <a:r>
              <a:rPr lang="de-AT" dirty="0"/>
              <a:t> </a:t>
            </a:r>
            <a:r>
              <a:rPr lang="de-AT" dirty="0" err="1"/>
              <a:t>as</a:t>
            </a:r>
            <a:r>
              <a:rPr lang="de-AT" dirty="0"/>
              <a:t> </a:t>
            </a:r>
            <a:r>
              <a:rPr lang="de-AT" dirty="0" err="1"/>
              <a:t>well</a:t>
            </a:r>
            <a:r>
              <a:rPr lang="de-AT" dirty="0"/>
              <a:t> </a:t>
            </a:r>
            <a:r>
              <a:rPr lang="de-AT" dirty="0" err="1"/>
              <a:t>as</a:t>
            </a:r>
            <a:r>
              <a:rPr lang="de-AT" dirty="0"/>
              <a:t> an medium </a:t>
            </a:r>
            <a:r>
              <a:rPr lang="de-AT" dirty="0" err="1"/>
              <a:t>learn</a:t>
            </a:r>
            <a:r>
              <a:rPr lang="de-AT" dirty="0"/>
              <a:t> rate and </a:t>
            </a:r>
            <a:r>
              <a:rPr lang="de-AT" dirty="0" err="1"/>
              <a:t>regularization</a:t>
            </a:r>
            <a:r>
              <a:rPr lang="de-AT" dirty="0"/>
              <a:t>.</a:t>
            </a:r>
          </a:p>
          <a:p>
            <a:endParaRPr lang="de-AT" dirty="0"/>
          </a:p>
          <a:p>
            <a:r>
              <a:rPr lang="de-AT" dirty="0" err="1"/>
              <a:t>We</a:t>
            </a:r>
            <a:r>
              <a:rPr lang="de-AT" dirty="0"/>
              <a:t> </a:t>
            </a:r>
            <a:r>
              <a:rPr lang="de-AT" dirty="0" err="1"/>
              <a:t>created</a:t>
            </a:r>
            <a:r>
              <a:rPr lang="de-AT" dirty="0"/>
              <a:t> a </a:t>
            </a:r>
            <a:r>
              <a:rPr lang="de-AT" dirty="0" err="1"/>
              <a:t>lot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models</a:t>
            </a:r>
            <a:r>
              <a:rPr lang="de-AT" dirty="0"/>
              <a:t> and </a:t>
            </a:r>
            <a:r>
              <a:rPr lang="de-AT" dirty="0" err="1"/>
              <a:t>tried</a:t>
            </a:r>
            <a:r>
              <a:rPr lang="de-AT" dirty="0"/>
              <a:t> out </a:t>
            </a:r>
            <a:r>
              <a:rPr lang="de-AT" dirty="0" err="1"/>
              <a:t>varying</a:t>
            </a:r>
            <a:r>
              <a:rPr lang="de-AT" dirty="0"/>
              <a:t> </a:t>
            </a:r>
            <a:r>
              <a:rPr lang="de-AT" dirty="0" err="1"/>
              <a:t>paramteres</a:t>
            </a:r>
            <a:r>
              <a:rPr lang="de-AT" dirty="0"/>
              <a:t> and </a:t>
            </a:r>
            <a:r>
              <a:rPr lang="de-AT" dirty="0" err="1"/>
              <a:t>played</a:t>
            </a:r>
            <a:r>
              <a:rPr lang="de-AT" dirty="0"/>
              <a:t> </a:t>
            </a:r>
            <a:r>
              <a:rPr lang="de-AT" dirty="0" err="1"/>
              <a:t>around</a:t>
            </a:r>
            <a:r>
              <a:rPr lang="de-AT" dirty="0"/>
              <a:t> </a:t>
            </a:r>
            <a:r>
              <a:rPr lang="de-AT" dirty="0" err="1"/>
              <a:t>with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contextual</a:t>
            </a:r>
            <a:r>
              <a:rPr lang="de-AT" dirty="0"/>
              <a:t> </a:t>
            </a:r>
            <a:r>
              <a:rPr lang="de-AT" dirty="0" err="1"/>
              <a:t>window</a:t>
            </a:r>
            <a:r>
              <a:rPr lang="de-AT" dirty="0"/>
              <a:t> </a:t>
            </a:r>
            <a:r>
              <a:rPr lang="de-AT" dirty="0" err="1"/>
              <a:t>parameters</a:t>
            </a:r>
            <a:r>
              <a:rPr lang="de-AT" dirty="0"/>
              <a:t> </a:t>
            </a:r>
            <a:r>
              <a:rPr lang="de-AT" dirty="0" err="1"/>
              <a:t>as</a:t>
            </a:r>
            <a:r>
              <a:rPr lang="de-AT" dirty="0"/>
              <a:t> </a:t>
            </a:r>
            <a:r>
              <a:rPr lang="de-AT" dirty="0" err="1"/>
              <a:t>well</a:t>
            </a:r>
            <a:r>
              <a:rPr lang="de-AT" dirty="0"/>
              <a:t>. The </a:t>
            </a:r>
            <a:r>
              <a:rPr lang="de-AT" dirty="0" err="1"/>
              <a:t>parameters</a:t>
            </a:r>
            <a:r>
              <a:rPr lang="de-AT" dirty="0"/>
              <a:t> </a:t>
            </a:r>
            <a:r>
              <a:rPr lang="de-AT" dirty="0" err="1"/>
              <a:t>mentioned</a:t>
            </a:r>
            <a:r>
              <a:rPr lang="de-AT" dirty="0"/>
              <a:t> </a:t>
            </a:r>
            <a:r>
              <a:rPr lang="de-AT" dirty="0" err="1"/>
              <a:t>before</a:t>
            </a:r>
            <a:r>
              <a:rPr lang="de-AT" dirty="0"/>
              <a:t> </a:t>
            </a:r>
            <a:r>
              <a:rPr lang="de-AT" dirty="0" err="1"/>
              <a:t>achieved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best</a:t>
            </a:r>
            <a:r>
              <a:rPr lang="de-AT" dirty="0"/>
              <a:t> </a:t>
            </a:r>
            <a:r>
              <a:rPr lang="de-AT" dirty="0" err="1"/>
              <a:t>statistics</a:t>
            </a:r>
            <a:r>
              <a:rPr lang="de-AT" dirty="0"/>
              <a:t> </a:t>
            </a:r>
            <a:r>
              <a:rPr lang="de-AT" dirty="0" err="1"/>
              <a:t>overall</a:t>
            </a:r>
            <a:r>
              <a:rPr lang="de-AT" dirty="0"/>
              <a:t>, </a:t>
            </a:r>
            <a:r>
              <a:rPr lang="de-AT" dirty="0" err="1"/>
              <a:t>which</a:t>
            </a:r>
            <a:r>
              <a:rPr lang="de-AT" dirty="0"/>
              <a:t> </a:t>
            </a:r>
            <a:r>
              <a:rPr lang="de-AT" dirty="0" err="1"/>
              <a:t>are</a:t>
            </a:r>
            <a:r>
              <a:rPr lang="de-AT" dirty="0"/>
              <a:t> </a:t>
            </a:r>
            <a:r>
              <a:rPr lang="de-AT" dirty="0" err="1"/>
              <a:t>shown</a:t>
            </a:r>
            <a:r>
              <a:rPr lang="de-AT" dirty="0"/>
              <a:t> on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slide</a:t>
            </a:r>
            <a:r>
              <a:rPr lang="de-AT" dirty="0"/>
              <a:t>. </a:t>
            </a:r>
            <a:r>
              <a:rPr lang="de-AT" dirty="0" err="1"/>
              <a:t>We</a:t>
            </a:r>
            <a:r>
              <a:rPr lang="de-AT" dirty="0"/>
              <a:t> </a:t>
            </a:r>
            <a:r>
              <a:rPr lang="de-AT" dirty="0" err="1"/>
              <a:t>can</a:t>
            </a:r>
            <a:r>
              <a:rPr lang="de-AT" dirty="0"/>
              <a:t> </a:t>
            </a:r>
            <a:r>
              <a:rPr lang="de-AT" dirty="0" err="1"/>
              <a:t>see</a:t>
            </a:r>
            <a:r>
              <a:rPr lang="de-AT" dirty="0"/>
              <a:t> </a:t>
            </a:r>
            <a:r>
              <a:rPr lang="de-AT" dirty="0" err="1"/>
              <a:t>upwards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85% </a:t>
            </a:r>
            <a:r>
              <a:rPr lang="de-AT" dirty="0" err="1"/>
              <a:t>correct</a:t>
            </a:r>
            <a:r>
              <a:rPr lang="de-AT" dirty="0"/>
              <a:t> </a:t>
            </a:r>
            <a:r>
              <a:rPr lang="de-AT" dirty="0" err="1"/>
              <a:t>predicition</a:t>
            </a:r>
            <a:r>
              <a:rPr lang="de-AT" dirty="0"/>
              <a:t> </a:t>
            </a:r>
            <a:r>
              <a:rPr lang="de-AT" dirty="0" err="1"/>
              <a:t>for</a:t>
            </a:r>
            <a:r>
              <a:rPr lang="de-AT" dirty="0"/>
              <a:t> </a:t>
            </a:r>
            <a:r>
              <a:rPr lang="de-AT" dirty="0" err="1"/>
              <a:t>each</a:t>
            </a:r>
            <a:r>
              <a:rPr lang="de-AT" dirty="0"/>
              <a:t> </a:t>
            </a:r>
            <a:r>
              <a:rPr lang="de-AT" dirty="0" err="1"/>
              <a:t>punch</a:t>
            </a:r>
            <a:r>
              <a:rPr lang="de-AT" dirty="0"/>
              <a:t> type in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test</a:t>
            </a:r>
            <a:r>
              <a:rPr lang="de-AT" dirty="0"/>
              <a:t> </a:t>
            </a:r>
            <a:r>
              <a:rPr lang="de-AT" dirty="0" err="1"/>
              <a:t>statistics</a:t>
            </a:r>
            <a:r>
              <a:rPr lang="de-AT" dirty="0"/>
              <a:t>. </a:t>
            </a:r>
            <a:r>
              <a:rPr lang="de-AT" dirty="0" err="1"/>
              <a:t>For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jab</a:t>
            </a:r>
            <a:r>
              <a:rPr lang="de-AT" dirty="0"/>
              <a:t> and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sidehook</a:t>
            </a:r>
            <a:r>
              <a:rPr lang="de-AT" dirty="0"/>
              <a:t> </a:t>
            </a:r>
            <a:r>
              <a:rPr lang="de-AT" dirty="0" err="1"/>
              <a:t>they</a:t>
            </a:r>
            <a:r>
              <a:rPr lang="de-AT" dirty="0"/>
              <a:t> </a:t>
            </a:r>
            <a:r>
              <a:rPr lang="de-AT" dirty="0" err="1"/>
              <a:t>were</a:t>
            </a:r>
            <a:r>
              <a:rPr lang="de-AT" dirty="0"/>
              <a:t> </a:t>
            </a:r>
            <a:r>
              <a:rPr lang="de-AT" dirty="0" err="1"/>
              <a:t>even</a:t>
            </a:r>
            <a:r>
              <a:rPr lang="de-AT" dirty="0"/>
              <a:t> </a:t>
            </a:r>
            <a:r>
              <a:rPr lang="de-AT" dirty="0" err="1"/>
              <a:t>above</a:t>
            </a:r>
            <a:r>
              <a:rPr lang="de-AT" dirty="0"/>
              <a:t> 90%, </a:t>
            </a:r>
            <a:r>
              <a:rPr lang="de-AT" dirty="0" err="1"/>
              <a:t>which</a:t>
            </a:r>
            <a:r>
              <a:rPr lang="de-AT" dirty="0"/>
              <a:t> </a:t>
            </a:r>
            <a:r>
              <a:rPr lang="de-AT" dirty="0" err="1"/>
              <a:t>is</a:t>
            </a:r>
            <a:r>
              <a:rPr lang="de-AT" dirty="0"/>
              <a:t> </a:t>
            </a:r>
            <a:r>
              <a:rPr lang="de-AT" dirty="0" err="1"/>
              <a:t>more</a:t>
            </a:r>
            <a:r>
              <a:rPr lang="de-AT" dirty="0"/>
              <a:t> </a:t>
            </a:r>
            <a:r>
              <a:rPr lang="de-AT" dirty="0" err="1"/>
              <a:t>than</a:t>
            </a:r>
            <a:r>
              <a:rPr lang="de-AT" dirty="0"/>
              <a:t> </a:t>
            </a:r>
            <a:r>
              <a:rPr lang="de-AT" dirty="0" err="1"/>
              <a:t>good</a:t>
            </a:r>
            <a:r>
              <a:rPr lang="de-AT" dirty="0"/>
              <a:t> </a:t>
            </a:r>
            <a:r>
              <a:rPr lang="de-AT" dirty="0" err="1"/>
              <a:t>enough</a:t>
            </a:r>
            <a:r>
              <a:rPr lang="de-AT" dirty="0"/>
              <a:t> </a:t>
            </a:r>
            <a:r>
              <a:rPr lang="de-AT" dirty="0" err="1"/>
              <a:t>for</a:t>
            </a:r>
            <a:r>
              <a:rPr lang="de-AT" dirty="0"/>
              <a:t> </a:t>
            </a:r>
            <a:r>
              <a:rPr lang="de-AT" dirty="0" err="1"/>
              <a:t>our</a:t>
            </a:r>
            <a:r>
              <a:rPr lang="de-AT" dirty="0"/>
              <a:t> </a:t>
            </a:r>
            <a:r>
              <a:rPr lang="de-AT" dirty="0" err="1"/>
              <a:t>project</a:t>
            </a:r>
            <a:r>
              <a:rPr lang="de-AT" dirty="0"/>
              <a:t>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21F40-A2A0-451B-91E9-F1FF0F435D37}" type="slidenum">
              <a:rPr lang="de-AT" smtClean="0"/>
              <a:t>7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423968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421F40-A2A0-451B-91E9-F1FF0F435D37}" type="slidenum">
              <a:rPr kumimoji="0" lang="de-A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de-A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17774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21F40-A2A0-451B-91E9-F1FF0F435D37}" type="slidenum">
              <a:rPr lang="de-AT" smtClean="0"/>
              <a:t>9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305115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21F40-A2A0-451B-91E9-F1FF0F435D37}" type="slidenum">
              <a:rPr lang="de-AT" smtClean="0"/>
              <a:t>10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50655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 err="1"/>
              <a:t>We</a:t>
            </a:r>
            <a:r>
              <a:rPr lang="de-AT" dirty="0"/>
              <a:t> ran </a:t>
            </a:r>
            <a:r>
              <a:rPr lang="de-AT" dirty="0" err="1"/>
              <a:t>into</a:t>
            </a:r>
            <a:r>
              <a:rPr lang="de-AT" dirty="0"/>
              <a:t> </a:t>
            </a:r>
            <a:r>
              <a:rPr lang="de-AT" dirty="0" err="1"/>
              <a:t>some</a:t>
            </a:r>
            <a:r>
              <a:rPr lang="de-AT" dirty="0"/>
              <a:t> </a:t>
            </a:r>
            <a:r>
              <a:rPr lang="de-AT" dirty="0" err="1"/>
              <a:t>problems</a:t>
            </a:r>
            <a:r>
              <a:rPr lang="de-AT" dirty="0"/>
              <a:t> </a:t>
            </a:r>
            <a:r>
              <a:rPr lang="de-AT" dirty="0" err="1"/>
              <a:t>along</a:t>
            </a:r>
            <a:r>
              <a:rPr lang="de-AT" dirty="0"/>
              <a:t> </a:t>
            </a:r>
            <a:r>
              <a:rPr lang="de-AT" dirty="0" err="1"/>
              <a:t>our</a:t>
            </a:r>
            <a:r>
              <a:rPr lang="de-AT" dirty="0"/>
              <a:t> </a:t>
            </a:r>
            <a:r>
              <a:rPr lang="de-AT" dirty="0" err="1"/>
              <a:t>jorney</a:t>
            </a:r>
            <a:r>
              <a:rPr lang="de-AT" dirty="0"/>
              <a:t>, </a:t>
            </a:r>
            <a:r>
              <a:rPr lang="de-AT" dirty="0" err="1"/>
              <a:t>some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which</a:t>
            </a:r>
            <a:r>
              <a:rPr lang="de-AT" dirty="0"/>
              <a:t> i </a:t>
            </a:r>
            <a:r>
              <a:rPr lang="de-AT" dirty="0" err="1"/>
              <a:t>would</a:t>
            </a:r>
            <a:r>
              <a:rPr lang="de-AT" dirty="0"/>
              <a:t> like </a:t>
            </a:r>
            <a:r>
              <a:rPr lang="de-AT" dirty="0" err="1"/>
              <a:t>to</a:t>
            </a:r>
            <a:r>
              <a:rPr lang="de-AT" dirty="0"/>
              <a:t> </a:t>
            </a:r>
            <a:r>
              <a:rPr lang="de-AT" dirty="0" err="1"/>
              <a:t>talk</a:t>
            </a:r>
            <a:r>
              <a:rPr lang="de-AT" dirty="0"/>
              <a:t> </a:t>
            </a:r>
            <a:r>
              <a:rPr lang="de-AT" dirty="0" err="1"/>
              <a:t>about</a:t>
            </a:r>
            <a:r>
              <a:rPr lang="de-AT" dirty="0"/>
              <a:t>.</a:t>
            </a:r>
          </a:p>
          <a:p>
            <a:endParaRPr lang="de-AT" dirty="0"/>
          </a:p>
          <a:p>
            <a:r>
              <a:rPr lang="de-AT" dirty="0" err="1"/>
              <a:t>One</a:t>
            </a:r>
            <a:r>
              <a:rPr lang="de-AT" dirty="0"/>
              <a:t> </a:t>
            </a:r>
            <a:r>
              <a:rPr lang="de-AT" dirty="0" err="1"/>
              <a:t>problem</a:t>
            </a:r>
            <a:r>
              <a:rPr lang="de-AT" dirty="0"/>
              <a:t> </a:t>
            </a:r>
            <a:r>
              <a:rPr lang="de-AT" dirty="0" err="1"/>
              <a:t>we</a:t>
            </a:r>
            <a:r>
              <a:rPr lang="de-AT" dirty="0"/>
              <a:t> </a:t>
            </a:r>
            <a:r>
              <a:rPr lang="de-AT" dirty="0" err="1"/>
              <a:t>faced</a:t>
            </a:r>
            <a:r>
              <a:rPr lang="de-AT" dirty="0"/>
              <a:t> </a:t>
            </a:r>
            <a:r>
              <a:rPr lang="de-AT" dirty="0" err="1"/>
              <a:t>were</a:t>
            </a:r>
            <a:r>
              <a:rPr lang="de-AT" dirty="0"/>
              <a:t> </a:t>
            </a:r>
            <a:r>
              <a:rPr lang="de-AT" dirty="0" err="1"/>
              <a:t>overlapping</a:t>
            </a:r>
            <a:r>
              <a:rPr lang="de-AT" dirty="0"/>
              <a:t> </a:t>
            </a:r>
            <a:r>
              <a:rPr lang="de-AT" dirty="0" err="1"/>
              <a:t>labels</a:t>
            </a:r>
            <a:r>
              <a:rPr lang="de-AT" dirty="0"/>
              <a:t>, </a:t>
            </a:r>
            <a:r>
              <a:rPr lang="de-AT" dirty="0" err="1"/>
              <a:t>which</a:t>
            </a:r>
            <a:r>
              <a:rPr lang="de-AT" dirty="0"/>
              <a:t> </a:t>
            </a:r>
            <a:r>
              <a:rPr lang="de-AT" dirty="0" err="1"/>
              <a:t>were</a:t>
            </a:r>
            <a:r>
              <a:rPr lang="de-AT" dirty="0"/>
              <a:t> </a:t>
            </a:r>
            <a:r>
              <a:rPr lang="de-AT" dirty="0" err="1"/>
              <a:t>sometimes</a:t>
            </a:r>
            <a:r>
              <a:rPr lang="de-AT" dirty="0"/>
              <a:t> </a:t>
            </a:r>
            <a:r>
              <a:rPr lang="de-AT" dirty="0" err="1"/>
              <a:t>generated</a:t>
            </a:r>
            <a:r>
              <a:rPr lang="de-AT" dirty="0"/>
              <a:t> </a:t>
            </a:r>
            <a:r>
              <a:rPr lang="de-AT" dirty="0" err="1"/>
              <a:t>by</a:t>
            </a:r>
            <a:r>
              <a:rPr lang="de-AT" dirty="0"/>
              <a:t> </a:t>
            </a:r>
            <a:r>
              <a:rPr lang="de-AT" dirty="0" err="1"/>
              <a:t>Deepcraft</a:t>
            </a:r>
            <a:r>
              <a:rPr lang="de-AT" dirty="0"/>
              <a:t> Studio </a:t>
            </a:r>
            <a:r>
              <a:rPr lang="de-AT" dirty="0" err="1"/>
              <a:t>while</a:t>
            </a:r>
            <a:r>
              <a:rPr lang="de-AT" dirty="0"/>
              <a:t> </a:t>
            </a:r>
            <a:r>
              <a:rPr lang="de-AT" dirty="0" err="1"/>
              <a:t>setting</a:t>
            </a:r>
            <a:r>
              <a:rPr lang="de-AT" dirty="0"/>
              <a:t> a </a:t>
            </a:r>
            <a:r>
              <a:rPr lang="de-AT" dirty="0" err="1"/>
              <a:t>label</a:t>
            </a:r>
            <a:r>
              <a:rPr lang="de-AT" dirty="0"/>
              <a:t> in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session</a:t>
            </a:r>
            <a:r>
              <a:rPr lang="de-AT" dirty="0"/>
              <a:t>. These </a:t>
            </a:r>
            <a:r>
              <a:rPr lang="de-AT" dirty="0" err="1"/>
              <a:t>had</a:t>
            </a:r>
            <a:r>
              <a:rPr lang="de-AT" dirty="0"/>
              <a:t> </a:t>
            </a:r>
            <a:r>
              <a:rPr lang="de-AT" dirty="0" err="1"/>
              <a:t>to</a:t>
            </a:r>
            <a:r>
              <a:rPr lang="de-AT" dirty="0"/>
              <a:t> </a:t>
            </a:r>
            <a:r>
              <a:rPr lang="de-AT" dirty="0" err="1"/>
              <a:t>be</a:t>
            </a:r>
            <a:r>
              <a:rPr lang="de-AT" dirty="0"/>
              <a:t> </a:t>
            </a:r>
            <a:r>
              <a:rPr lang="de-AT" dirty="0" err="1"/>
              <a:t>found</a:t>
            </a:r>
            <a:r>
              <a:rPr lang="de-AT" dirty="0"/>
              <a:t> and </a:t>
            </a:r>
            <a:r>
              <a:rPr lang="de-AT" dirty="0" err="1"/>
              <a:t>deleted</a:t>
            </a:r>
            <a:r>
              <a:rPr lang="de-AT" dirty="0"/>
              <a:t> in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classification</a:t>
            </a:r>
            <a:endParaRPr lang="de-AT" dirty="0"/>
          </a:p>
          <a:p>
            <a:endParaRPr lang="de-AT" dirty="0"/>
          </a:p>
          <a:p>
            <a:r>
              <a:rPr lang="de-AT" dirty="0" err="1"/>
              <a:t>Furthermore</a:t>
            </a:r>
            <a:r>
              <a:rPr lang="de-AT" dirty="0"/>
              <a:t> </a:t>
            </a:r>
            <a:r>
              <a:rPr lang="de-AT" dirty="0" err="1"/>
              <a:t>while</a:t>
            </a:r>
            <a:r>
              <a:rPr lang="de-AT" dirty="0"/>
              <a:t> </a:t>
            </a:r>
            <a:r>
              <a:rPr lang="de-AT" dirty="0" err="1"/>
              <a:t>playing</a:t>
            </a:r>
            <a:r>
              <a:rPr lang="de-AT" dirty="0"/>
              <a:t> </a:t>
            </a:r>
            <a:r>
              <a:rPr lang="de-AT" dirty="0" err="1"/>
              <a:t>around</a:t>
            </a:r>
            <a:r>
              <a:rPr lang="de-AT" dirty="0"/>
              <a:t> </a:t>
            </a:r>
            <a:r>
              <a:rPr lang="de-AT" dirty="0" err="1"/>
              <a:t>with</a:t>
            </a:r>
            <a:r>
              <a:rPr lang="de-AT" dirty="0"/>
              <a:t> </a:t>
            </a:r>
            <a:r>
              <a:rPr lang="de-AT" dirty="0" err="1"/>
              <a:t>model</a:t>
            </a:r>
            <a:r>
              <a:rPr lang="de-AT" dirty="0"/>
              <a:t> </a:t>
            </a:r>
            <a:r>
              <a:rPr lang="de-AT" dirty="0" err="1"/>
              <a:t>paramteres</a:t>
            </a:r>
            <a:r>
              <a:rPr lang="de-AT" dirty="0"/>
              <a:t> </a:t>
            </a:r>
            <a:r>
              <a:rPr lang="de-AT" dirty="0" err="1"/>
              <a:t>we</a:t>
            </a:r>
            <a:r>
              <a:rPr lang="de-AT" dirty="0"/>
              <a:t> </a:t>
            </a:r>
            <a:r>
              <a:rPr lang="de-AT" dirty="0" err="1"/>
              <a:t>found</a:t>
            </a:r>
            <a:r>
              <a:rPr lang="de-AT" dirty="0"/>
              <a:t> </a:t>
            </a:r>
            <a:r>
              <a:rPr lang="de-AT" dirty="0" err="1"/>
              <a:t>ourselves</a:t>
            </a:r>
            <a:r>
              <a:rPr lang="de-AT" dirty="0"/>
              <a:t> not </a:t>
            </a:r>
            <a:r>
              <a:rPr lang="de-AT" dirty="0" err="1"/>
              <a:t>really</a:t>
            </a:r>
            <a:r>
              <a:rPr lang="de-AT" dirty="0"/>
              <a:t> </a:t>
            </a:r>
            <a:r>
              <a:rPr lang="de-AT" dirty="0" err="1"/>
              <a:t>knowing</a:t>
            </a:r>
            <a:r>
              <a:rPr lang="de-AT" dirty="0"/>
              <a:t> </a:t>
            </a:r>
            <a:r>
              <a:rPr lang="de-AT" dirty="0" err="1"/>
              <a:t>which</a:t>
            </a:r>
            <a:r>
              <a:rPr lang="de-AT" dirty="0"/>
              <a:t> </a:t>
            </a:r>
            <a:r>
              <a:rPr lang="de-AT" dirty="0" err="1"/>
              <a:t>paramters</a:t>
            </a:r>
            <a:r>
              <a:rPr lang="de-AT" dirty="0"/>
              <a:t> </a:t>
            </a:r>
            <a:r>
              <a:rPr lang="de-AT" dirty="0" err="1"/>
              <a:t>lead</a:t>
            </a:r>
            <a:r>
              <a:rPr lang="de-AT" dirty="0"/>
              <a:t> </a:t>
            </a:r>
            <a:r>
              <a:rPr lang="de-AT" dirty="0" err="1"/>
              <a:t>to</a:t>
            </a:r>
            <a:r>
              <a:rPr lang="de-AT" dirty="0"/>
              <a:t> </a:t>
            </a:r>
            <a:r>
              <a:rPr lang="de-AT" dirty="0" err="1"/>
              <a:t>better</a:t>
            </a:r>
            <a:r>
              <a:rPr lang="de-AT" dirty="0"/>
              <a:t> </a:t>
            </a:r>
            <a:r>
              <a:rPr lang="de-AT" dirty="0" err="1"/>
              <a:t>results</a:t>
            </a:r>
            <a:r>
              <a:rPr lang="de-AT" dirty="0"/>
              <a:t>, </a:t>
            </a:r>
            <a:r>
              <a:rPr lang="de-AT" dirty="0" err="1"/>
              <a:t>besides</a:t>
            </a:r>
            <a:r>
              <a:rPr lang="de-AT" dirty="0"/>
              <a:t> </a:t>
            </a:r>
            <a:r>
              <a:rPr lang="de-AT" dirty="0" err="1"/>
              <a:t>gathering</a:t>
            </a:r>
            <a:r>
              <a:rPr lang="de-AT" dirty="0"/>
              <a:t> </a:t>
            </a:r>
            <a:r>
              <a:rPr lang="de-AT" dirty="0" err="1"/>
              <a:t>more</a:t>
            </a:r>
            <a:r>
              <a:rPr lang="de-AT" dirty="0"/>
              <a:t> </a:t>
            </a:r>
            <a:r>
              <a:rPr lang="de-AT" dirty="0" err="1"/>
              <a:t>data</a:t>
            </a:r>
            <a:endParaRPr lang="de-AT" dirty="0"/>
          </a:p>
          <a:p>
            <a:endParaRPr lang="de-AT" dirty="0"/>
          </a:p>
          <a:p>
            <a:r>
              <a:rPr lang="de-AT" dirty="0" err="1"/>
              <a:t>When</a:t>
            </a:r>
            <a:r>
              <a:rPr lang="de-AT" dirty="0"/>
              <a:t> </a:t>
            </a:r>
            <a:r>
              <a:rPr lang="de-AT" dirty="0" err="1"/>
              <a:t>we</a:t>
            </a:r>
            <a:r>
              <a:rPr lang="de-AT" dirty="0"/>
              <a:t> </a:t>
            </a:r>
            <a:r>
              <a:rPr lang="de-AT" dirty="0" err="1"/>
              <a:t>implemented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Model in </a:t>
            </a:r>
            <a:r>
              <a:rPr lang="de-AT" dirty="0" err="1"/>
              <a:t>Micropython</a:t>
            </a:r>
            <a:r>
              <a:rPr lang="de-AT" dirty="0"/>
              <a:t> </a:t>
            </a:r>
            <a:r>
              <a:rPr lang="de-AT" dirty="0" err="1"/>
              <a:t>we</a:t>
            </a:r>
            <a:r>
              <a:rPr lang="de-AT" dirty="0"/>
              <a:t> </a:t>
            </a:r>
            <a:r>
              <a:rPr lang="de-AT" dirty="0" err="1"/>
              <a:t>had</a:t>
            </a:r>
            <a:r>
              <a:rPr lang="de-AT" dirty="0"/>
              <a:t> a </a:t>
            </a:r>
            <a:r>
              <a:rPr lang="de-AT" dirty="0" err="1"/>
              <a:t>model</a:t>
            </a:r>
            <a:r>
              <a:rPr lang="de-AT" dirty="0"/>
              <a:t> </a:t>
            </a:r>
            <a:r>
              <a:rPr lang="de-AT" dirty="0" err="1"/>
              <a:t>which</a:t>
            </a:r>
            <a:r>
              <a:rPr lang="de-AT" dirty="0"/>
              <a:t> </a:t>
            </a:r>
            <a:r>
              <a:rPr lang="de-AT" dirty="0" err="1"/>
              <a:t>used</a:t>
            </a:r>
            <a:r>
              <a:rPr lang="de-AT" dirty="0"/>
              <a:t> 400Hz IMU </a:t>
            </a:r>
            <a:r>
              <a:rPr lang="de-AT" dirty="0" err="1"/>
              <a:t>data</a:t>
            </a:r>
            <a:r>
              <a:rPr lang="de-AT" dirty="0"/>
              <a:t>, </a:t>
            </a:r>
            <a:r>
              <a:rPr lang="de-AT" dirty="0" err="1"/>
              <a:t>which</a:t>
            </a:r>
            <a:r>
              <a:rPr lang="de-AT" dirty="0"/>
              <a:t> </a:t>
            </a:r>
            <a:r>
              <a:rPr lang="de-AT" dirty="0" err="1"/>
              <a:t>we</a:t>
            </a:r>
            <a:r>
              <a:rPr lang="de-AT" dirty="0"/>
              <a:t> </a:t>
            </a:r>
            <a:r>
              <a:rPr lang="de-AT" dirty="0" err="1"/>
              <a:t>found</a:t>
            </a:r>
            <a:r>
              <a:rPr lang="de-AT" dirty="0"/>
              <a:t> out was </a:t>
            </a:r>
            <a:r>
              <a:rPr lang="de-AT" dirty="0" err="1"/>
              <a:t>very</a:t>
            </a:r>
            <a:r>
              <a:rPr lang="de-AT" dirty="0"/>
              <a:t> </a:t>
            </a:r>
            <a:r>
              <a:rPr lang="de-AT" dirty="0" err="1"/>
              <a:t>problematic</a:t>
            </a:r>
            <a:r>
              <a:rPr lang="de-AT" dirty="0"/>
              <a:t> </a:t>
            </a:r>
            <a:r>
              <a:rPr lang="de-AT" dirty="0" err="1"/>
              <a:t>because</a:t>
            </a:r>
            <a:r>
              <a:rPr lang="de-AT" dirty="0"/>
              <a:t> </a:t>
            </a:r>
            <a:r>
              <a:rPr lang="de-AT" dirty="0" err="1"/>
              <a:t>we</a:t>
            </a:r>
            <a:r>
              <a:rPr lang="de-AT" dirty="0"/>
              <a:t> </a:t>
            </a:r>
            <a:r>
              <a:rPr lang="de-AT" dirty="0" err="1"/>
              <a:t>werent</a:t>
            </a:r>
            <a:r>
              <a:rPr lang="de-AT" dirty="0"/>
              <a:t> </a:t>
            </a:r>
            <a:r>
              <a:rPr lang="de-AT" dirty="0" err="1"/>
              <a:t>able</a:t>
            </a:r>
            <a:r>
              <a:rPr lang="de-AT" dirty="0"/>
              <a:t> </a:t>
            </a:r>
            <a:r>
              <a:rPr lang="de-AT" dirty="0" err="1"/>
              <a:t>to</a:t>
            </a:r>
            <a:r>
              <a:rPr lang="de-AT" dirty="0"/>
              <a:t> </a:t>
            </a:r>
            <a:r>
              <a:rPr lang="de-AT" dirty="0" err="1"/>
              <a:t>enqueue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data</a:t>
            </a:r>
            <a:r>
              <a:rPr lang="de-AT" dirty="0"/>
              <a:t> fast </a:t>
            </a:r>
            <a:r>
              <a:rPr lang="de-AT" dirty="0" err="1"/>
              <a:t>enough</a:t>
            </a:r>
            <a:r>
              <a:rPr lang="de-AT" dirty="0"/>
              <a:t>. The fastest loop time </a:t>
            </a:r>
            <a:r>
              <a:rPr lang="de-AT" dirty="0" err="1"/>
              <a:t>we</a:t>
            </a:r>
            <a:r>
              <a:rPr lang="de-AT" dirty="0"/>
              <a:t> </a:t>
            </a:r>
            <a:r>
              <a:rPr lang="de-AT" dirty="0" err="1"/>
              <a:t>achieved</a:t>
            </a:r>
            <a:r>
              <a:rPr lang="de-AT" dirty="0"/>
              <a:t> </a:t>
            </a:r>
            <a:r>
              <a:rPr lang="de-AT" dirty="0" err="1"/>
              <a:t>were</a:t>
            </a:r>
            <a:r>
              <a:rPr lang="de-AT" dirty="0"/>
              <a:t> 3ms, </a:t>
            </a:r>
            <a:r>
              <a:rPr lang="de-AT" dirty="0" err="1"/>
              <a:t>which</a:t>
            </a:r>
            <a:r>
              <a:rPr lang="de-AT" dirty="0"/>
              <a:t> </a:t>
            </a:r>
            <a:r>
              <a:rPr lang="de-AT" dirty="0" err="1"/>
              <a:t>is</a:t>
            </a:r>
            <a:r>
              <a:rPr lang="de-AT" dirty="0"/>
              <a:t> half a </a:t>
            </a:r>
            <a:r>
              <a:rPr lang="de-AT" dirty="0" err="1"/>
              <a:t>ms</a:t>
            </a:r>
            <a:r>
              <a:rPr lang="de-AT" dirty="0"/>
              <a:t> off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desired</a:t>
            </a:r>
            <a:r>
              <a:rPr lang="de-AT" dirty="0"/>
              <a:t> 2,5ms/400Hz. </a:t>
            </a:r>
            <a:r>
              <a:rPr lang="de-AT" dirty="0" err="1"/>
              <a:t>Thats</a:t>
            </a:r>
            <a:r>
              <a:rPr lang="de-AT" dirty="0"/>
              <a:t> </a:t>
            </a:r>
            <a:r>
              <a:rPr lang="de-AT" dirty="0" err="1"/>
              <a:t>why</a:t>
            </a:r>
            <a:r>
              <a:rPr lang="de-AT" dirty="0"/>
              <a:t> </a:t>
            </a:r>
            <a:r>
              <a:rPr lang="de-AT" dirty="0" err="1"/>
              <a:t>we</a:t>
            </a:r>
            <a:r>
              <a:rPr lang="de-AT" dirty="0"/>
              <a:t> </a:t>
            </a:r>
            <a:r>
              <a:rPr lang="de-AT" dirty="0" err="1"/>
              <a:t>created</a:t>
            </a:r>
            <a:r>
              <a:rPr lang="de-AT" dirty="0"/>
              <a:t> an extra </a:t>
            </a:r>
            <a:r>
              <a:rPr lang="de-AT" dirty="0" err="1"/>
              <a:t>pythonscript</a:t>
            </a:r>
            <a:r>
              <a:rPr lang="de-AT" dirty="0"/>
              <a:t> </a:t>
            </a:r>
            <a:r>
              <a:rPr lang="de-AT" dirty="0" err="1"/>
              <a:t>to</a:t>
            </a:r>
            <a:r>
              <a:rPr lang="de-AT" dirty="0"/>
              <a:t> </a:t>
            </a:r>
            <a:r>
              <a:rPr lang="de-AT" dirty="0" err="1"/>
              <a:t>manually</a:t>
            </a:r>
            <a:r>
              <a:rPr lang="de-AT" dirty="0"/>
              <a:t> </a:t>
            </a:r>
            <a:r>
              <a:rPr lang="de-AT" dirty="0" err="1"/>
              <a:t>downsample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data</a:t>
            </a:r>
            <a:r>
              <a:rPr lang="de-AT" dirty="0"/>
              <a:t> </a:t>
            </a:r>
            <a:r>
              <a:rPr lang="de-AT" dirty="0" err="1"/>
              <a:t>files</a:t>
            </a:r>
            <a:r>
              <a:rPr lang="de-AT" dirty="0"/>
              <a:t> </a:t>
            </a:r>
            <a:r>
              <a:rPr lang="de-AT" dirty="0" err="1"/>
              <a:t>to</a:t>
            </a:r>
            <a:r>
              <a:rPr lang="de-AT" dirty="0"/>
              <a:t> 100Hz</a:t>
            </a:r>
          </a:p>
          <a:p>
            <a:endParaRPr lang="de-AT" dirty="0"/>
          </a:p>
          <a:p>
            <a:r>
              <a:rPr lang="de-AT" dirty="0" err="1"/>
              <a:t>Furthermore</a:t>
            </a:r>
            <a:r>
              <a:rPr lang="de-AT" dirty="0"/>
              <a:t> in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main</a:t>
            </a:r>
            <a:r>
              <a:rPr lang="de-AT" dirty="0"/>
              <a:t> loop </a:t>
            </a:r>
            <a:r>
              <a:rPr lang="de-AT" dirty="0" err="1"/>
              <a:t>we</a:t>
            </a:r>
            <a:r>
              <a:rPr lang="de-AT" dirty="0"/>
              <a:t> </a:t>
            </a:r>
            <a:r>
              <a:rPr lang="de-AT" dirty="0" err="1"/>
              <a:t>encountered</a:t>
            </a:r>
            <a:r>
              <a:rPr lang="de-AT" dirty="0"/>
              <a:t> </a:t>
            </a:r>
            <a:r>
              <a:rPr lang="de-AT" dirty="0" err="1"/>
              <a:t>problems</a:t>
            </a:r>
            <a:r>
              <a:rPr lang="de-AT" dirty="0"/>
              <a:t> </a:t>
            </a:r>
            <a:r>
              <a:rPr lang="de-AT" dirty="0" err="1"/>
              <a:t>while</a:t>
            </a:r>
            <a:r>
              <a:rPr lang="de-AT" dirty="0"/>
              <a:t> </a:t>
            </a:r>
            <a:r>
              <a:rPr lang="de-AT" dirty="0" err="1"/>
              <a:t>timing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enqueueing</a:t>
            </a:r>
            <a:r>
              <a:rPr lang="de-AT" dirty="0"/>
              <a:t>/IMU </a:t>
            </a:r>
            <a:r>
              <a:rPr lang="de-AT" dirty="0" err="1"/>
              <a:t>data</a:t>
            </a:r>
            <a:r>
              <a:rPr lang="de-AT" dirty="0"/>
              <a:t> </a:t>
            </a:r>
            <a:r>
              <a:rPr lang="de-AT" dirty="0" err="1"/>
              <a:t>sampling</a:t>
            </a:r>
            <a:r>
              <a:rPr lang="de-AT" dirty="0"/>
              <a:t>. </a:t>
            </a:r>
            <a:r>
              <a:rPr lang="de-AT" dirty="0" err="1"/>
              <a:t>Using</a:t>
            </a:r>
            <a:r>
              <a:rPr lang="de-AT" dirty="0"/>
              <a:t> an </a:t>
            </a:r>
            <a:r>
              <a:rPr lang="de-AT" dirty="0" err="1"/>
              <a:t>if-selection</a:t>
            </a:r>
            <a:r>
              <a:rPr lang="de-AT" dirty="0"/>
              <a:t> and </a:t>
            </a:r>
            <a:r>
              <a:rPr lang="de-AT" dirty="0" err="1"/>
              <a:t>timing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delay</a:t>
            </a:r>
            <a:r>
              <a:rPr lang="de-AT" dirty="0"/>
              <a:t> </a:t>
            </a:r>
            <a:r>
              <a:rPr lang="de-AT" dirty="0" err="1"/>
              <a:t>lead</a:t>
            </a:r>
            <a:r>
              <a:rPr lang="de-AT" dirty="0"/>
              <a:t> </a:t>
            </a:r>
            <a:r>
              <a:rPr lang="de-AT" dirty="0" err="1"/>
              <a:t>to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PSOC6 </a:t>
            </a:r>
            <a:r>
              <a:rPr lang="de-AT" dirty="0" err="1"/>
              <a:t>stalling</a:t>
            </a:r>
            <a:r>
              <a:rPr lang="de-AT" dirty="0"/>
              <a:t> after a </a:t>
            </a:r>
            <a:r>
              <a:rPr lang="de-AT" dirty="0" err="1"/>
              <a:t>few</a:t>
            </a:r>
            <a:r>
              <a:rPr lang="de-AT" dirty="0"/>
              <a:t> </a:t>
            </a:r>
            <a:r>
              <a:rPr lang="de-AT" dirty="0" err="1"/>
              <a:t>seconds</a:t>
            </a:r>
            <a:r>
              <a:rPr lang="de-AT" dirty="0"/>
              <a:t>, different </a:t>
            </a:r>
            <a:r>
              <a:rPr lang="de-AT" dirty="0" err="1"/>
              <a:t>tries</a:t>
            </a:r>
            <a:r>
              <a:rPr lang="de-AT" dirty="0"/>
              <a:t> </a:t>
            </a:r>
            <a:r>
              <a:rPr lang="de-AT" dirty="0" err="1"/>
              <a:t>to</a:t>
            </a:r>
            <a:r>
              <a:rPr lang="de-AT" dirty="0"/>
              <a:t> </a:t>
            </a:r>
            <a:r>
              <a:rPr lang="de-AT" dirty="0" err="1"/>
              <a:t>solve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problem</a:t>
            </a:r>
            <a:r>
              <a:rPr lang="de-AT" dirty="0"/>
              <a:t> like </a:t>
            </a:r>
            <a:r>
              <a:rPr lang="de-AT" dirty="0" err="1"/>
              <a:t>manually</a:t>
            </a:r>
            <a:r>
              <a:rPr lang="de-AT" dirty="0"/>
              <a:t> </a:t>
            </a:r>
            <a:r>
              <a:rPr lang="de-AT" dirty="0" err="1"/>
              <a:t>triggering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garbage</a:t>
            </a:r>
            <a:r>
              <a:rPr lang="de-AT" dirty="0"/>
              <a:t> </a:t>
            </a:r>
            <a:r>
              <a:rPr lang="de-AT" dirty="0" err="1"/>
              <a:t>collector</a:t>
            </a:r>
            <a:r>
              <a:rPr lang="de-AT" dirty="0"/>
              <a:t> </a:t>
            </a:r>
            <a:r>
              <a:rPr lang="de-AT" dirty="0" err="1"/>
              <a:t>did</a:t>
            </a:r>
            <a:r>
              <a:rPr lang="de-AT" dirty="0"/>
              <a:t> not </a:t>
            </a:r>
            <a:r>
              <a:rPr lang="de-AT" dirty="0" err="1"/>
              <a:t>work</a:t>
            </a:r>
            <a:r>
              <a:rPr lang="de-AT" dirty="0"/>
              <a:t>. </a:t>
            </a:r>
            <a:r>
              <a:rPr lang="de-AT" dirty="0" err="1"/>
              <a:t>Using</a:t>
            </a:r>
            <a:r>
              <a:rPr lang="de-AT" dirty="0"/>
              <a:t> </a:t>
            </a:r>
            <a:r>
              <a:rPr lang="de-AT" dirty="0" err="1"/>
              <a:t>time.wait_ms</a:t>
            </a:r>
            <a:r>
              <a:rPr lang="de-AT" dirty="0"/>
              <a:t>() </a:t>
            </a:r>
            <a:r>
              <a:rPr lang="de-AT" dirty="0" err="1"/>
              <a:t>to</a:t>
            </a:r>
            <a:r>
              <a:rPr lang="de-AT" dirty="0"/>
              <a:t> </a:t>
            </a:r>
            <a:r>
              <a:rPr lang="de-AT" dirty="0" err="1"/>
              <a:t>achieve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10ms loop </a:t>
            </a:r>
            <a:r>
              <a:rPr lang="de-AT" dirty="0" err="1"/>
              <a:t>runtime</a:t>
            </a:r>
            <a:r>
              <a:rPr lang="de-AT" dirty="0"/>
              <a:t> </a:t>
            </a:r>
            <a:r>
              <a:rPr lang="de-AT" dirty="0" err="1"/>
              <a:t>worked</a:t>
            </a:r>
            <a:r>
              <a:rPr lang="de-AT" dirty="0"/>
              <a:t> out </a:t>
            </a:r>
            <a:r>
              <a:rPr lang="de-AT" dirty="0" err="1"/>
              <a:t>perfectly</a:t>
            </a:r>
            <a:r>
              <a:rPr lang="de-AT" dirty="0"/>
              <a:t> (</a:t>
            </a:r>
            <a:r>
              <a:rPr lang="de-AT" dirty="0" err="1"/>
              <a:t>bad</a:t>
            </a:r>
            <a:r>
              <a:rPr lang="de-AT" dirty="0"/>
              <a:t> </a:t>
            </a:r>
            <a:r>
              <a:rPr lang="de-AT" dirty="0" err="1"/>
              <a:t>practice</a:t>
            </a:r>
            <a:r>
              <a:rPr lang="de-AT" dirty="0"/>
              <a:t> </a:t>
            </a:r>
            <a:r>
              <a:rPr lang="de-AT" dirty="0" err="1"/>
              <a:t>nonetheless</a:t>
            </a:r>
            <a:r>
              <a:rPr lang="de-AT" dirty="0"/>
              <a:t>).</a:t>
            </a:r>
          </a:p>
          <a:p>
            <a:endParaRPr lang="de-AT" dirty="0"/>
          </a:p>
          <a:p>
            <a:r>
              <a:rPr lang="de-AT" dirty="0" err="1"/>
              <a:t>Another</a:t>
            </a:r>
            <a:r>
              <a:rPr lang="de-AT" dirty="0"/>
              <a:t> </a:t>
            </a:r>
            <a:r>
              <a:rPr lang="de-AT" dirty="0" err="1"/>
              <a:t>problem</a:t>
            </a:r>
            <a:r>
              <a:rPr lang="de-AT" dirty="0"/>
              <a:t> </a:t>
            </a:r>
            <a:r>
              <a:rPr lang="de-AT" dirty="0" err="1"/>
              <a:t>has</a:t>
            </a:r>
            <a:r>
              <a:rPr lang="de-AT" dirty="0"/>
              <a:t> </a:t>
            </a:r>
            <a:r>
              <a:rPr lang="de-AT" dirty="0" err="1"/>
              <a:t>to</a:t>
            </a:r>
            <a:r>
              <a:rPr lang="de-AT" dirty="0"/>
              <a:t> do </a:t>
            </a:r>
            <a:r>
              <a:rPr lang="de-AT" dirty="0" err="1"/>
              <a:t>with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sliding</a:t>
            </a:r>
            <a:r>
              <a:rPr lang="de-AT" dirty="0"/>
              <a:t> </a:t>
            </a:r>
            <a:r>
              <a:rPr lang="de-AT" dirty="0" err="1"/>
              <a:t>window</a:t>
            </a:r>
            <a:r>
              <a:rPr lang="de-AT" dirty="0"/>
              <a:t> and </a:t>
            </a:r>
            <a:r>
              <a:rPr lang="de-AT" dirty="0" err="1"/>
              <a:t>its</a:t>
            </a:r>
            <a:r>
              <a:rPr lang="de-AT" dirty="0"/>
              <a:t> </a:t>
            </a:r>
            <a:r>
              <a:rPr lang="de-AT" dirty="0" err="1"/>
              <a:t>length</a:t>
            </a:r>
            <a:r>
              <a:rPr lang="de-AT" dirty="0"/>
              <a:t>, </a:t>
            </a:r>
            <a:r>
              <a:rPr lang="de-AT" dirty="0" err="1"/>
              <a:t>sometimes</a:t>
            </a:r>
            <a:r>
              <a:rPr lang="de-AT" dirty="0"/>
              <a:t> </a:t>
            </a:r>
            <a:r>
              <a:rPr lang="de-AT" dirty="0" err="1"/>
              <a:t>when</a:t>
            </a:r>
            <a:r>
              <a:rPr lang="de-AT" dirty="0"/>
              <a:t> a </a:t>
            </a:r>
            <a:r>
              <a:rPr lang="de-AT" dirty="0" err="1"/>
              <a:t>punch</a:t>
            </a:r>
            <a:r>
              <a:rPr lang="de-AT" dirty="0"/>
              <a:t> </a:t>
            </a:r>
            <a:r>
              <a:rPr lang="de-AT" dirty="0" err="1"/>
              <a:t>reaches</a:t>
            </a:r>
            <a:r>
              <a:rPr lang="de-AT" dirty="0"/>
              <a:t> </a:t>
            </a:r>
            <a:r>
              <a:rPr lang="de-AT" dirty="0" err="1"/>
              <a:t>across</a:t>
            </a:r>
            <a:r>
              <a:rPr lang="de-AT" dirty="0"/>
              <a:t> </a:t>
            </a:r>
            <a:r>
              <a:rPr lang="de-AT" dirty="0" err="1"/>
              <a:t>two</a:t>
            </a:r>
            <a:r>
              <a:rPr lang="de-AT" dirty="0"/>
              <a:t> </a:t>
            </a:r>
            <a:r>
              <a:rPr lang="de-AT" dirty="0" err="1"/>
              <a:t>sliding</a:t>
            </a:r>
            <a:r>
              <a:rPr lang="de-AT" dirty="0"/>
              <a:t> </a:t>
            </a:r>
            <a:r>
              <a:rPr lang="de-AT" dirty="0" err="1"/>
              <a:t>windows</a:t>
            </a:r>
            <a:r>
              <a:rPr lang="de-AT" dirty="0"/>
              <a:t>/</a:t>
            </a:r>
            <a:r>
              <a:rPr lang="de-AT" dirty="0" err="1"/>
              <a:t>predicition</a:t>
            </a:r>
            <a:r>
              <a:rPr lang="de-AT" dirty="0"/>
              <a:t> </a:t>
            </a:r>
            <a:r>
              <a:rPr lang="de-AT" dirty="0" err="1"/>
              <a:t>periods</a:t>
            </a:r>
            <a:r>
              <a:rPr lang="de-AT" dirty="0"/>
              <a:t> </a:t>
            </a:r>
            <a:r>
              <a:rPr lang="de-AT" dirty="0" err="1"/>
              <a:t>it</a:t>
            </a:r>
            <a:r>
              <a:rPr lang="de-AT" dirty="0"/>
              <a:t> </a:t>
            </a:r>
            <a:r>
              <a:rPr lang="de-AT" dirty="0" err="1"/>
              <a:t>leads</a:t>
            </a:r>
            <a:r>
              <a:rPr lang="de-AT" dirty="0"/>
              <a:t> </a:t>
            </a:r>
            <a:r>
              <a:rPr lang="de-AT" dirty="0" err="1"/>
              <a:t>to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predicition</a:t>
            </a:r>
            <a:r>
              <a:rPr lang="de-AT" dirty="0"/>
              <a:t> </a:t>
            </a:r>
            <a:r>
              <a:rPr lang="de-AT" dirty="0" err="1"/>
              <a:t>value</a:t>
            </a:r>
            <a:r>
              <a:rPr lang="de-AT" dirty="0"/>
              <a:t> </a:t>
            </a:r>
            <a:r>
              <a:rPr lang="de-AT" dirty="0" err="1"/>
              <a:t>being</a:t>
            </a:r>
            <a:r>
              <a:rPr lang="de-AT" dirty="0"/>
              <a:t> </a:t>
            </a:r>
            <a:r>
              <a:rPr lang="de-AT" dirty="0" err="1"/>
              <a:t>higher</a:t>
            </a:r>
            <a:r>
              <a:rPr lang="de-AT" dirty="0"/>
              <a:t> </a:t>
            </a:r>
            <a:r>
              <a:rPr lang="de-AT" dirty="0" err="1"/>
              <a:t>than</a:t>
            </a:r>
            <a:r>
              <a:rPr lang="de-AT" dirty="0"/>
              <a:t> 0.6 </a:t>
            </a:r>
            <a:r>
              <a:rPr lang="de-AT" dirty="0" err="1"/>
              <a:t>which</a:t>
            </a:r>
            <a:r>
              <a:rPr lang="de-AT" dirty="0"/>
              <a:t> </a:t>
            </a:r>
            <a:r>
              <a:rPr lang="de-AT" dirty="0" err="1"/>
              <a:t>counts</a:t>
            </a:r>
            <a:r>
              <a:rPr lang="de-AT" dirty="0"/>
              <a:t> </a:t>
            </a:r>
            <a:r>
              <a:rPr lang="de-AT" dirty="0" err="1"/>
              <a:t>one</a:t>
            </a:r>
            <a:r>
              <a:rPr lang="de-AT" dirty="0"/>
              <a:t> </a:t>
            </a:r>
            <a:r>
              <a:rPr lang="de-AT" dirty="0" err="1"/>
              <a:t>punch</a:t>
            </a:r>
            <a:r>
              <a:rPr lang="de-AT" dirty="0"/>
              <a:t> </a:t>
            </a:r>
            <a:r>
              <a:rPr lang="de-AT" dirty="0" err="1"/>
              <a:t>as</a:t>
            </a:r>
            <a:r>
              <a:rPr lang="de-AT" dirty="0"/>
              <a:t> </a:t>
            </a:r>
            <a:r>
              <a:rPr lang="de-AT" dirty="0" err="1"/>
              <a:t>two</a:t>
            </a:r>
            <a:r>
              <a:rPr lang="de-AT" dirty="0"/>
              <a:t>. This </a:t>
            </a:r>
            <a:r>
              <a:rPr lang="de-AT" dirty="0" err="1"/>
              <a:t>could</a:t>
            </a:r>
            <a:r>
              <a:rPr lang="de-AT" dirty="0"/>
              <a:t> </a:t>
            </a:r>
            <a:r>
              <a:rPr lang="de-AT" dirty="0" err="1"/>
              <a:t>be</a:t>
            </a:r>
            <a:r>
              <a:rPr lang="de-AT" dirty="0"/>
              <a:t> </a:t>
            </a:r>
            <a:r>
              <a:rPr lang="de-AT" dirty="0" err="1"/>
              <a:t>fixed</a:t>
            </a:r>
            <a:r>
              <a:rPr lang="de-AT" dirty="0"/>
              <a:t> </a:t>
            </a:r>
            <a:r>
              <a:rPr lang="de-AT" dirty="0" err="1"/>
              <a:t>by</a:t>
            </a:r>
            <a:r>
              <a:rPr lang="de-AT" dirty="0"/>
              <a:t> </a:t>
            </a:r>
            <a:r>
              <a:rPr lang="de-AT" dirty="0" err="1"/>
              <a:t>trying</a:t>
            </a:r>
            <a:r>
              <a:rPr lang="de-AT" dirty="0"/>
              <a:t> out </a:t>
            </a:r>
            <a:r>
              <a:rPr lang="de-AT" dirty="0" err="1"/>
              <a:t>other</a:t>
            </a:r>
            <a:r>
              <a:rPr lang="de-AT" dirty="0"/>
              <a:t> </a:t>
            </a:r>
            <a:r>
              <a:rPr lang="de-AT" dirty="0" err="1"/>
              <a:t>sliding</a:t>
            </a:r>
            <a:r>
              <a:rPr lang="de-AT" dirty="0"/>
              <a:t> </a:t>
            </a:r>
            <a:r>
              <a:rPr lang="de-AT" dirty="0" err="1"/>
              <a:t>window</a:t>
            </a:r>
            <a:r>
              <a:rPr lang="de-AT" dirty="0"/>
              <a:t> </a:t>
            </a:r>
            <a:r>
              <a:rPr lang="de-AT" dirty="0" err="1"/>
              <a:t>values</a:t>
            </a:r>
            <a:r>
              <a:rPr lang="de-AT" dirty="0"/>
              <a:t> </a:t>
            </a:r>
            <a:r>
              <a:rPr lang="de-AT" dirty="0" err="1"/>
              <a:t>or</a:t>
            </a:r>
            <a:r>
              <a:rPr lang="de-AT" dirty="0"/>
              <a:t> </a:t>
            </a:r>
            <a:r>
              <a:rPr lang="de-AT" dirty="0" err="1"/>
              <a:t>peak</a:t>
            </a:r>
            <a:r>
              <a:rPr lang="de-AT" dirty="0"/>
              <a:t> </a:t>
            </a:r>
            <a:r>
              <a:rPr lang="de-AT" dirty="0" err="1"/>
              <a:t>detection</a:t>
            </a:r>
            <a:r>
              <a:rPr lang="de-AT" dirty="0"/>
              <a:t> in </a:t>
            </a:r>
            <a:r>
              <a:rPr lang="de-AT" dirty="0" err="1"/>
              <a:t>our</a:t>
            </a:r>
            <a:r>
              <a:rPr lang="de-AT" dirty="0"/>
              <a:t> </a:t>
            </a:r>
            <a:r>
              <a:rPr lang="de-AT" dirty="0" err="1"/>
              <a:t>Micropython</a:t>
            </a:r>
            <a:r>
              <a:rPr lang="de-AT"/>
              <a:t> code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21F40-A2A0-451B-91E9-F1FF0F435D37}" type="slidenum">
              <a:rPr lang="de-AT" smtClean="0"/>
              <a:t>11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665377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21F40-A2A0-451B-91E9-F1FF0F435D37}" type="slidenum">
              <a:rPr lang="de-AT" smtClean="0"/>
              <a:t>12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960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6FB0C3-6DD8-9642-C56D-F6EA4573E6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D210422-5155-7553-C1CB-09A24081A6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5933723-7DE4-C4B8-2B9D-F41047360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23.02.2026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6D3681-D69E-A4AC-FB42-144D06F79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EE30784-0A59-989A-00B3-0B70CAC42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0DF-FFD6-462A-8578-786984FF8DC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85258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06A954-14A5-E19C-6384-89CEC1617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F7D271-A73C-FCEB-6FEF-1E8ECC265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A62D35E-46C2-9113-58B0-B06187457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23.02.2026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4F2B9B4-234B-B10D-3763-C563E4963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18BAB4D-D2A8-B1CE-006E-78CC72C3E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0DF-FFD6-462A-8578-786984FF8DC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442955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4436B9-361C-D195-30E7-8F56D90A5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07AFEA8-FC36-A192-474A-EDCFD0521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CE4262B-ACB2-DE75-3DDD-CECE14CED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23.02.2026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ED1221D-E68B-0C2A-AC23-AA2577F70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4656789-181D-E387-49ED-E7650A322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0DF-FFD6-462A-8578-786984FF8DC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40385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3D9CA2-EFF1-F214-0889-7E7C419AC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87B54F-F183-7719-091F-33B9FF4D65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50AC77E-1ED1-4F7A-EFFC-E47CC530D5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5F583F7-0240-39D4-6533-9968471B1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23.02.2026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5E2B955-268C-512B-5B60-BF5F0210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D23B212-CD36-2868-4063-15134DE50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0DF-FFD6-462A-8578-786984FF8DC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7883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9E0354-F5C9-2ACE-EE12-CC8639C2C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FA80AE4-A422-8C12-3A13-359794A8C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9FC13FD-7816-2BE2-36D3-27B0D5A7E4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F5B33BC-5E5B-4963-B223-D27EC20C90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C446D04-076B-FAFA-BEB2-49F78573F1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44AE0F5-1708-2F7B-1A64-B1696743F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23.02.2026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9B8E035-4E54-E62E-FFDF-3A707BE85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2017B24-16B9-4149-F835-6BAE0D61D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0DF-FFD6-462A-8578-786984FF8DC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06027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A5B7CC-0DB4-6074-2019-F622EE089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6B16961-22CB-497A-BE3C-2E643B2D3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23.02.2026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3921DA5-EE58-91B6-FBB9-90FC92306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61AC88E-388B-BF7A-DD89-7106765F2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0DF-FFD6-462A-8578-786984FF8DC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20710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98C2B07-9576-8CD2-EFD2-02A25E88A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23.02.2026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F07DE2D-2D72-B232-EECA-4A4A3D9AF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92ABB7D-FF6E-12E5-4DBD-CADE31710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0DF-FFD6-462A-8578-786984FF8DC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33931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5B3357-CE31-BC41-DEBC-FBBB6D288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BFEAF7-9D96-5623-CC3B-2F8BD8054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38285AB-CFAF-1E18-2125-E666B1533A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90BD84C-601D-CD1A-2EBD-38E725596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23.02.2026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57C8ECE-2B1C-13CA-481A-56025D2A5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B40BC7B-B3AC-4171-DFC9-2E109FAAC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0DF-FFD6-462A-8578-786984FF8DC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05078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FED519-97FE-8C6E-587E-FAF487551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BE3289B-44E8-9B04-424E-A56567C4D0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F9D71AA-A887-131A-8B4E-DC3C9D1792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F18AA77-1BCF-0ECD-C9CF-423EC3F8A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23.02.2026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FAE5BE2-D8F6-7A7D-36AF-6E7B72DF2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9B3D68B-F6A5-234D-FE23-8603F8A72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0DF-FFD6-462A-8578-786984FF8DC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68835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43B1B7-FCC0-4676-C524-89B54EC81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27571C9-CA41-01DA-9808-897F8238A1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2C818FD-A1C5-6206-733E-29B65F08A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23.02.2026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4542CC3-510E-1FC7-3376-E673B4C7F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EC1EFB-91D8-5426-C92D-7D202FB1C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0DF-FFD6-462A-8578-786984FF8DC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37678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E9A176C-CA23-BDB2-56B3-CE4BA286D8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0B38A40-E624-2E41-9B84-D61A4EB882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9B254B-5E16-844C-B9EE-79551DC13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23.02.2026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BC7E826-AE79-B1CE-692E-4C41DF91B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2F2CA65-EB20-C98E-58B8-5CD9E220C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0DF-FFD6-462A-8578-786984FF8DC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86536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6E84641-377E-58B7-1B09-7C633ACC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77BF36E-28CD-516D-DF6C-9EC0D9282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8AC9712-78FB-7810-2C3A-77942CB6DA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AT"/>
              <a:t>23.02.2026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BE750CC-A7E6-526B-2AD5-3C0BF5AD70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BDDBDEC-1F3D-D0F3-73B4-CA8396A068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3690DF-FFD6-462A-8578-786984FF8DC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21661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2.jpe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3.jpeg"/><Relationship Id="rId9" Type="http://schemas.microsoft.com/office/2007/relationships/diagramDrawing" Target="../diagrams/drawin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43A32C-2C33-9912-A886-8DE6B79895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8F91333-9662-D0D8-B37F-AFD7BE6E16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noProof="0" dirty="0"/>
          </a:p>
        </p:txBody>
      </p:sp>
      <p:pic>
        <p:nvPicPr>
          <p:cNvPr id="5" name="Grafik 4" descr="Ein Bild, das Menschliches Gesicht, Person, Kleidung, Lächeln enthält.&#10;&#10;KI-generierte Inhalte können fehlerhaft sein.">
            <a:extLst>
              <a:ext uri="{FF2B5EF4-FFF2-40B4-BE49-F238E27FC236}">
                <a16:creationId xmlns:a16="http://schemas.microsoft.com/office/drawing/2014/main" id="{57263115-D23F-307C-58E3-96DA745367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84967" y="0"/>
            <a:ext cx="16225222" cy="7089041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9B3B5A66-A3F5-A616-0CAC-03FBC51F052E}"/>
              </a:ext>
            </a:extLst>
          </p:cNvPr>
          <p:cNvSpPr txBox="1"/>
          <p:nvPr/>
        </p:nvSpPr>
        <p:spPr>
          <a:xfrm>
            <a:off x="3549757" y="2921168"/>
            <a:ext cx="57041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noProof="0" dirty="0">
                <a:solidFill>
                  <a:schemeClr val="bg1"/>
                </a:solidFill>
              </a:rPr>
              <a:t>Punch Analyzer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F2799DBA-C653-94CB-3268-56DAE6CA453A}"/>
              </a:ext>
            </a:extLst>
          </p:cNvPr>
          <p:cNvSpPr txBox="1"/>
          <p:nvPr/>
        </p:nvSpPr>
        <p:spPr>
          <a:xfrm>
            <a:off x="5538411" y="3801115"/>
            <a:ext cx="116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 dirty="0">
                <a:solidFill>
                  <a:schemeClr val="bg1"/>
                </a:solidFill>
              </a:rPr>
              <a:t>Team T²C 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B9ACC07-A69E-3EA9-E5B6-85AC6AB44F98}"/>
              </a:ext>
            </a:extLst>
          </p:cNvPr>
          <p:cNvSpPr txBox="1"/>
          <p:nvPr/>
        </p:nvSpPr>
        <p:spPr>
          <a:xfrm>
            <a:off x="6095999" y="6105812"/>
            <a:ext cx="5296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 dirty="0">
                <a:solidFill>
                  <a:schemeClr val="bg1"/>
                </a:solidFill>
              </a:rPr>
              <a:t>Tobias Riedelberger, Theo </a:t>
            </a:r>
            <a:r>
              <a:rPr lang="en-GB" noProof="0" dirty="0" err="1">
                <a:solidFill>
                  <a:schemeClr val="bg1"/>
                </a:solidFill>
              </a:rPr>
              <a:t>Corneux</a:t>
            </a:r>
            <a:r>
              <a:rPr lang="en-GB" noProof="0" dirty="0">
                <a:solidFill>
                  <a:schemeClr val="bg1"/>
                </a:solidFill>
              </a:rPr>
              <a:t>, Tobias Holzner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4560CCD-2BF3-26CF-23B8-86F248BE9863}"/>
              </a:ext>
            </a:extLst>
          </p:cNvPr>
          <p:cNvSpPr txBox="1"/>
          <p:nvPr/>
        </p:nvSpPr>
        <p:spPr>
          <a:xfrm>
            <a:off x="799551" y="6105812"/>
            <a:ext cx="1007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 dirty="0">
                <a:solidFill>
                  <a:schemeClr val="bg1"/>
                </a:solidFill>
              </a:rPr>
              <a:t>TU Wien</a:t>
            </a:r>
          </a:p>
          <a:p>
            <a:endParaRPr lang="en-GB" noProof="0" dirty="0">
              <a:solidFill>
                <a:schemeClr val="bg1"/>
              </a:solidFill>
            </a:endParaRP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C06B1E47-A603-2AAB-37A4-2CD1F10DC9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1" y="6356976"/>
            <a:ext cx="2743200" cy="365125"/>
          </a:xfrm>
        </p:spPr>
        <p:txBody>
          <a:bodyPr/>
          <a:lstStyle/>
          <a:p>
            <a:r>
              <a:rPr lang="en-GB" noProof="0" dirty="0"/>
              <a:t>23.02.2026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2D02A616-A550-F49B-8E7F-303D97911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0DF-FFD6-462A-8578-786984FF8DCB}" type="slidenum">
              <a:rPr lang="en-GB" noProof="0" smtClean="0"/>
              <a:t>1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496348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3E06E0-A1F6-EE09-82B9-909CF77BD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F274D96-7991-528F-2279-05A08D08C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Punch detection and analyzation with IMU</a:t>
            </a:r>
          </a:p>
          <a:p>
            <a:r>
              <a:rPr lang="de-AT" dirty="0"/>
              <a:t>Differentiation </a:t>
            </a:r>
            <a:r>
              <a:rPr lang="de-AT" dirty="0" err="1"/>
              <a:t>between</a:t>
            </a:r>
            <a:r>
              <a:rPr lang="de-AT" dirty="0"/>
              <a:t> </a:t>
            </a:r>
            <a:r>
              <a:rPr lang="de-AT" dirty="0" err="1"/>
              <a:t>punch</a:t>
            </a:r>
            <a:r>
              <a:rPr lang="de-AT" dirty="0"/>
              <a:t> </a:t>
            </a:r>
            <a:r>
              <a:rPr lang="de-AT" dirty="0" err="1"/>
              <a:t>types</a:t>
            </a:r>
            <a:endParaRPr lang="de-AT" dirty="0"/>
          </a:p>
          <a:p>
            <a:pPr lvl="1"/>
            <a:r>
              <a:rPr lang="de-AT" dirty="0"/>
              <a:t>Jab</a:t>
            </a:r>
          </a:p>
          <a:p>
            <a:pPr lvl="1"/>
            <a:r>
              <a:rPr lang="de-AT" dirty="0"/>
              <a:t>Hook</a:t>
            </a:r>
          </a:p>
          <a:p>
            <a:pPr lvl="1"/>
            <a:r>
              <a:rPr lang="de-AT" dirty="0"/>
              <a:t>Uppercut</a:t>
            </a:r>
          </a:p>
          <a:p>
            <a:r>
              <a:rPr lang="en-US" dirty="0"/>
              <a:t>Goals</a:t>
            </a:r>
          </a:p>
          <a:p>
            <a:pPr lvl="1"/>
            <a:r>
              <a:rPr lang="en-GB" dirty="0"/>
              <a:t>Prevent developing habits/predictability</a:t>
            </a:r>
            <a:endParaRPr lang="en-US" dirty="0"/>
          </a:p>
          <a:p>
            <a:pPr lvl="1"/>
            <a:r>
              <a:rPr lang="en-GB" dirty="0"/>
              <a:t>Game which gives different punch combinations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598EE1-0F72-788A-3B1C-080227FC1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noProof="0" dirty="0"/>
              <a:t>23.02.2026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26809E5-34FC-C398-EA20-BF24B8AC2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0DF-FFD6-462A-8578-786984FF8DCB}" type="slidenum">
              <a:rPr lang="en-GB" noProof="0" smtClean="0"/>
              <a:t>2</a:t>
            </a:fld>
            <a:endParaRPr lang="en-GB" noProof="0" dirty="0"/>
          </a:p>
        </p:txBody>
      </p:sp>
      <p:sp>
        <p:nvSpPr>
          <p:cNvPr id="8" name="Rectangle: Rounded Corners 3">
            <a:extLst>
              <a:ext uri="{FF2B5EF4-FFF2-40B4-BE49-F238E27FC236}">
                <a16:creationId xmlns:a16="http://schemas.microsoft.com/office/drawing/2014/main" id="{00401F6C-5466-9256-223D-675546D7E749}"/>
              </a:ext>
            </a:extLst>
          </p:cNvPr>
          <p:cNvSpPr/>
          <p:nvPr/>
        </p:nvSpPr>
        <p:spPr bwMode="auto">
          <a:xfrm>
            <a:off x="388302" y="681037"/>
            <a:ext cx="11522076" cy="828438"/>
          </a:xfrm>
          <a:prstGeom prst="roundRect">
            <a:avLst>
              <a:gd name="adj" fmla="val 9662"/>
            </a:avLst>
          </a:pr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57600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Project Idea</a:t>
            </a:r>
            <a:endParaRPr kumimoji="0" lang="en-GB" sz="2000" b="1" i="1" u="none" strike="noStrike" kern="0" cap="none" spc="0" normalizeH="0" baseline="30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37226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BAE26D-071A-97A0-ABF3-B53AF826E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D2B783EE-0239-4717-BBEA-8C9EAC61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1BEEDAF-F5CA-75AE-DC96-1824E48F2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45810"/>
            <a:ext cx="5120561" cy="1325563"/>
          </a:xfrm>
        </p:spPr>
        <p:txBody>
          <a:bodyPr>
            <a:normAutofit/>
          </a:bodyPr>
          <a:lstStyle/>
          <a:p>
            <a:pPr marL="0" marR="0" lvl="0" indent="0" defTabSz="5760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b="1" kern="0" noProof="0" dirty="0">
                <a:latin typeface="Arial"/>
                <a:cs typeface="Arial"/>
              </a:rPr>
              <a:t>Design of Holder</a:t>
            </a:r>
            <a:endParaRPr kumimoji="0" lang="en-GB" b="1" i="1" u="none" strike="noStrike" kern="0" cap="none" spc="0" normalizeH="0" baseline="30000" noProof="0" dirty="0">
              <a:ln>
                <a:noFill/>
              </a:ln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6517BAD-9514-D98B-32BF-CA3390A0E2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noProof="0"/>
              <a:t>23.02.2026</a:t>
            </a:r>
          </a:p>
        </p:txBody>
      </p:sp>
      <p:pic>
        <p:nvPicPr>
          <p:cNvPr id="6" name="Grafik 5" descr="Ein Bild, das Elektronik, Elektrisches Bauelement, Computerkomponenten, Elektronisches Bauteil enthält.&#10;&#10;KI-generierte Inhalte können fehlerhaft sein.">
            <a:extLst>
              <a:ext uri="{FF2B5EF4-FFF2-40B4-BE49-F238E27FC236}">
                <a16:creationId xmlns:a16="http://schemas.microsoft.com/office/drawing/2014/main" id="{DF7CC945-1BD5-BB99-5C8E-E3EC98BD8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72" b="24082"/>
          <a:stretch>
            <a:fillRect/>
          </a:stretch>
        </p:blipFill>
        <p:spPr>
          <a:xfrm>
            <a:off x="7901259" y="2727729"/>
            <a:ext cx="4290741" cy="4130271"/>
          </a:xfrm>
          <a:custGeom>
            <a:avLst/>
            <a:gdLst/>
            <a:ahLst/>
            <a:cxnLst/>
            <a:rect l="l" t="t" r="r" b="b"/>
            <a:pathLst>
              <a:path w="4290741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1" y="751286"/>
                </a:lnTo>
                <a:lnTo>
                  <a:pt x="4290741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</p:pic>
      <p:sp>
        <p:nvSpPr>
          <p:cNvPr id="34" name="Arc 33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fik 6" descr="Ein Bild, das computer, Computer, Schuhwerk, Elektronik enthält.&#10;&#10;KI-generierte Inhalte können fehlerhaft sein.">
            <a:extLst>
              <a:ext uri="{FF2B5EF4-FFF2-40B4-BE49-F238E27FC236}">
                <a16:creationId xmlns:a16="http://schemas.microsoft.com/office/drawing/2014/main" id="{6154FDAC-E8E2-EB53-BB07-09E88AB2D8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15" b="14083"/>
          <a:stretch>
            <a:fillRect/>
          </a:stretch>
        </p:blipFill>
        <p:spPr>
          <a:xfrm>
            <a:off x="6261607" y="1"/>
            <a:ext cx="3519312" cy="3007909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3EDE339-3DA4-6501-A312-D169212BC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33690DF-FFD6-462A-8578-786984FF8DCB}" type="slidenum">
              <a:rPr lang="en-GB" noProof="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</a:t>
            </a:fld>
            <a:endParaRPr lang="en-GB" noProof="0">
              <a:solidFill>
                <a:srgbClr val="FFFFFF"/>
              </a:solidFill>
            </a:endParaRPr>
          </a:p>
        </p:txBody>
      </p:sp>
      <p:sp>
        <p:nvSpPr>
          <p:cNvPr id="9" name="Rectangle: Rounded Corners 3">
            <a:extLst>
              <a:ext uri="{FF2B5EF4-FFF2-40B4-BE49-F238E27FC236}">
                <a16:creationId xmlns:a16="http://schemas.microsoft.com/office/drawing/2014/main" id="{42AD6B56-8E8F-9843-3B5C-C3AC2161333C}"/>
              </a:ext>
            </a:extLst>
          </p:cNvPr>
          <p:cNvSpPr/>
          <p:nvPr/>
        </p:nvSpPr>
        <p:spPr bwMode="auto">
          <a:xfrm>
            <a:off x="381000" y="681037"/>
            <a:ext cx="5675283" cy="828438"/>
          </a:xfrm>
          <a:prstGeom prst="roundRect">
            <a:avLst>
              <a:gd name="adj" fmla="val 9662"/>
            </a:avLst>
          </a:pr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defTabSz="5760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2000" b="1" kern="0" noProof="0" dirty="0">
                <a:solidFill>
                  <a:schemeClr val="bg1"/>
                </a:solidFill>
                <a:latin typeface="Arial"/>
                <a:cs typeface="Arial"/>
              </a:rPr>
              <a:t>Design of Holder</a:t>
            </a:r>
            <a:endParaRPr kumimoji="0" lang="en-GB" sz="2000" b="1" i="1" u="none" strike="noStrike" kern="0" cap="none" spc="0" normalizeH="0" baseline="3000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aphicFrame>
        <p:nvGraphicFramePr>
          <p:cNvPr id="11" name="Inhaltsplatzhalter 2">
            <a:extLst>
              <a:ext uri="{FF2B5EF4-FFF2-40B4-BE49-F238E27FC236}">
                <a16:creationId xmlns:a16="http://schemas.microsoft.com/office/drawing/2014/main" id="{9727A1B6-A629-06B6-4EA2-D14D393C884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1" y="1825625"/>
          <a:ext cx="5092194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435155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D91C4-B723-2146-5FE8-F366C6C3E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D98913-DDB8-2AB6-B450-694B78EB5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4FD895-FD89-A586-2338-A7853C788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Sampled roughly 1h30min of data</a:t>
            </a:r>
          </a:p>
          <a:p>
            <a:pPr lvl="1"/>
            <a:r>
              <a:rPr lang="en-GB" dirty="0"/>
              <a:t>1h labelled and rest unlabelled</a:t>
            </a:r>
          </a:p>
          <a:p>
            <a:pPr lvl="1"/>
            <a:r>
              <a:rPr lang="en-GB" dirty="0"/>
              <a:t>Collection of right-hand punches</a:t>
            </a:r>
          </a:p>
          <a:p>
            <a:r>
              <a:rPr lang="en-GB" dirty="0"/>
              <a:t>Collection of various punch techniques and speed</a:t>
            </a:r>
          </a:p>
          <a:p>
            <a:r>
              <a:rPr lang="en-GB" dirty="0"/>
              <a:t>IMU Frequency of 400Hz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B700E60-7783-369E-107A-4CDBC0F76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noProof="0" dirty="0"/>
              <a:t>23.02.2026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F4C729C-DF51-8245-8258-FBBD22764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0DF-FFD6-462A-8578-786984FF8DCB}" type="slidenum">
              <a:rPr lang="en-GB" noProof="0" smtClean="0"/>
              <a:t>4</a:t>
            </a:fld>
            <a:endParaRPr lang="en-GB" noProof="0" dirty="0"/>
          </a:p>
        </p:txBody>
      </p:sp>
      <p:sp>
        <p:nvSpPr>
          <p:cNvPr id="8" name="Rectangle: Rounded Corners 3">
            <a:extLst>
              <a:ext uri="{FF2B5EF4-FFF2-40B4-BE49-F238E27FC236}">
                <a16:creationId xmlns:a16="http://schemas.microsoft.com/office/drawing/2014/main" id="{8F9F501E-A15E-6C5C-14AF-4D12E69B9884}"/>
              </a:ext>
            </a:extLst>
          </p:cNvPr>
          <p:cNvSpPr/>
          <p:nvPr/>
        </p:nvSpPr>
        <p:spPr bwMode="auto">
          <a:xfrm>
            <a:off x="388302" y="681037"/>
            <a:ext cx="11522076" cy="828438"/>
          </a:xfrm>
          <a:prstGeom prst="roundRect">
            <a:avLst>
              <a:gd name="adj" fmla="val 9662"/>
            </a:avLst>
          </a:pr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GB" sz="2000" b="1" kern="0" noProof="0" dirty="0">
                <a:solidFill>
                  <a:srgbClr val="FFFFFF"/>
                </a:solidFill>
                <a:latin typeface="Arial"/>
                <a:cs typeface="Arial"/>
              </a:rPr>
              <a:t>Data sampling</a:t>
            </a:r>
            <a:endParaRPr lang="en-GB" sz="2000" b="1" i="1" kern="0" baseline="30000" noProof="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pic>
        <p:nvPicPr>
          <p:cNvPr id="7" name="Grafik 6" descr="Ein Bild, das Screensho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2A3B606C-7B43-593F-9DDF-7503F18C3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342" y="4518058"/>
            <a:ext cx="1643208" cy="1838292"/>
          </a:xfrm>
          <a:prstGeom prst="rect">
            <a:avLst/>
          </a:prstGeom>
        </p:spPr>
      </p:pic>
      <p:pic>
        <p:nvPicPr>
          <p:cNvPr id="10" name="Grafik 9" descr="Ein Bild, das Reihe, Screenshot, Diagramm, Kunst enthält.&#10;&#10;KI-generierte Inhalte können fehlerhaft sein.">
            <a:extLst>
              <a:ext uri="{FF2B5EF4-FFF2-40B4-BE49-F238E27FC236}">
                <a16:creationId xmlns:a16="http://schemas.microsoft.com/office/drawing/2014/main" id="{886BAB85-2640-7874-C35E-F3A93383E4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6682" y="4518058"/>
            <a:ext cx="2414785" cy="1838292"/>
          </a:xfrm>
          <a:prstGeom prst="rect">
            <a:avLst/>
          </a:prstGeom>
        </p:spPr>
      </p:pic>
      <p:pic>
        <p:nvPicPr>
          <p:cNvPr id="12" name="Grafik 11" descr="Ein Bild, das Reihe, Screenshot, Diagramm, Design enthält.&#10;&#10;KI-generierte Inhalte können fehlerhaft sein.">
            <a:extLst>
              <a:ext uri="{FF2B5EF4-FFF2-40B4-BE49-F238E27FC236}">
                <a16:creationId xmlns:a16="http://schemas.microsoft.com/office/drawing/2014/main" id="{9133DA99-03BE-85E7-B6D6-8A7A57F037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0599" y="4518056"/>
            <a:ext cx="2067213" cy="1838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88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35D07-3D07-D2CD-8291-4D2E98127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8B87C8-6E80-5220-D562-38D83250C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28E7022-AB6D-AF45-74D3-BEDED1886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Data of one person </a:t>
            </a:r>
          </a:p>
          <a:p>
            <a:pPr lvl="1"/>
            <a:r>
              <a:rPr lang="en-GB" dirty="0"/>
              <a:t>greater accuracy</a:t>
            </a:r>
          </a:p>
          <a:p>
            <a:pPr lvl="1"/>
            <a:r>
              <a:rPr lang="en-GB" dirty="0"/>
              <a:t>45 minutes of data, 18,5 of which are labelled</a:t>
            </a:r>
          </a:p>
          <a:p>
            <a:r>
              <a:rPr lang="en-GB" dirty="0"/>
              <a:t>Train/Validation/Test split is roughly 60/20/20</a:t>
            </a:r>
          </a:p>
          <a:p>
            <a:r>
              <a:rPr lang="en-GB" dirty="0"/>
              <a:t>Implementation of negative Data</a:t>
            </a:r>
          </a:p>
          <a:p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595A7A-3457-F906-FA10-2562E7703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noProof="0" dirty="0"/>
              <a:t>23.02.2026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2EDB80D-2F82-6F74-B389-82158435D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0DF-FFD6-462A-8578-786984FF8DCB}" type="slidenum">
              <a:rPr lang="en-GB" noProof="0" smtClean="0"/>
              <a:t>5</a:t>
            </a:fld>
            <a:endParaRPr lang="en-GB" noProof="0" dirty="0"/>
          </a:p>
        </p:txBody>
      </p:sp>
      <p:sp>
        <p:nvSpPr>
          <p:cNvPr id="8" name="Rectangle: Rounded Corners 3">
            <a:extLst>
              <a:ext uri="{FF2B5EF4-FFF2-40B4-BE49-F238E27FC236}">
                <a16:creationId xmlns:a16="http://schemas.microsoft.com/office/drawing/2014/main" id="{4CC228C7-6794-B2D7-4AF1-77CA85056CEA}"/>
              </a:ext>
            </a:extLst>
          </p:cNvPr>
          <p:cNvSpPr/>
          <p:nvPr/>
        </p:nvSpPr>
        <p:spPr bwMode="auto">
          <a:xfrm>
            <a:off x="388302" y="681037"/>
            <a:ext cx="11522076" cy="828438"/>
          </a:xfrm>
          <a:prstGeom prst="roundRect">
            <a:avLst>
              <a:gd name="adj" fmla="val 9662"/>
            </a:avLst>
          </a:pr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GB" sz="2000" b="1" kern="0" noProof="0" dirty="0">
                <a:solidFill>
                  <a:srgbClr val="FFFFFF"/>
                </a:solidFill>
                <a:latin typeface="Arial"/>
                <a:cs typeface="Arial"/>
              </a:rPr>
              <a:t>Final Classification</a:t>
            </a:r>
            <a:endParaRPr lang="en-GB" sz="2000" b="1" i="1" kern="0" baseline="30000" noProof="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pic>
        <p:nvPicPr>
          <p:cNvPr id="7" name="Grafik 6" descr="Ein Bild, das Screenshot, Text, Zahl, Schrift enthält.&#10;&#10;KI-generierte Inhalte können fehlerhaft sein.">
            <a:extLst>
              <a:ext uri="{FF2B5EF4-FFF2-40B4-BE49-F238E27FC236}">
                <a16:creationId xmlns:a16="http://schemas.microsoft.com/office/drawing/2014/main" id="{2C1A04C6-7FBD-7DB9-72D3-5B7FB8DD7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3335" y="4254368"/>
            <a:ext cx="7272010" cy="210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033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68B122-816F-3391-9043-A0373DF5F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Grafik 5" descr="Ein Bild, das Menschliches Gesicht, Person, Kleidung, Lächeln enthält.">
            <a:extLst>
              <a:ext uri="{FF2B5EF4-FFF2-40B4-BE49-F238E27FC236}">
                <a16:creationId xmlns:a16="http://schemas.microsoft.com/office/drawing/2014/main" id="{DF0707A0-3472-079F-F653-A4BD8251A0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44" r="12363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E362DEC-D7B6-CF9F-2598-6E560D6987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>
                <a:solidFill>
                  <a:srgbClr val="FFFFFF"/>
                </a:solidFill>
              </a:rPr>
              <a:t>23.02.2026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FA09A85-E254-DAE1-1B28-17A6C1C20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533690DF-FFD6-462A-8578-786984FF8DCB}" type="slidenum">
              <a:rPr lang="en-US" noProof="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 noProof="0">
              <a:solidFill>
                <a:srgbClr val="FFFFFF"/>
              </a:solidFill>
            </a:endParaRPr>
          </a:p>
        </p:txBody>
      </p:sp>
      <p:pic>
        <p:nvPicPr>
          <p:cNvPr id="9" name="Grafik 8" descr="Ein Bild, das Screenshot, Tex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A6192898-C8A5-E828-28E0-EDBF1B0253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4741" y="4557158"/>
            <a:ext cx="2300459" cy="1799192"/>
          </a:xfrm>
          <a:prstGeom prst="rect">
            <a:avLst/>
          </a:prstGeom>
        </p:spPr>
      </p:pic>
      <p:pic>
        <p:nvPicPr>
          <p:cNvPr id="12" name="Grafik 11" descr="Ein Bild, das Screenshot, Reihe, Design enthält.&#10;&#10;KI-generierte Inhalte können fehlerhaft sein.">
            <a:extLst>
              <a:ext uri="{FF2B5EF4-FFF2-40B4-BE49-F238E27FC236}">
                <a16:creationId xmlns:a16="http://schemas.microsoft.com/office/drawing/2014/main" id="{5D2FD7F0-484E-2EE4-913E-33017D3CE0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6740" y="3711973"/>
            <a:ext cx="1986120" cy="2053162"/>
          </a:xfrm>
          <a:prstGeom prst="rect">
            <a:avLst/>
          </a:prstGeom>
        </p:spPr>
      </p:pic>
      <p:pic>
        <p:nvPicPr>
          <p:cNvPr id="14" name="Grafik 13" descr="Ein Bild, das Screenshot, Reihe, Diagramm, Design enthält.&#10;&#10;KI-generierte Inhalte können fehlerhaft sein.">
            <a:extLst>
              <a:ext uri="{FF2B5EF4-FFF2-40B4-BE49-F238E27FC236}">
                <a16:creationId xmlns:a16="http://schemas.microsoft.com/office/drawing/2014/main" id="{5A6A1DE2-D9CC-759E-7A28-19FC531233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8541" y="3643149"/>
            <a:ext cx="1867161" cy="233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55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F5540-A834-3F82-495B-096285740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465A4F-AE0F-8B98-CC0D-AE35ADD19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9F68FB4-5819-C412-835B-67F7206F85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Contextual Window </a:t>
            </a:r>
          </a:p>
          <a:p>
            <a:r>
              <a:rPr lang="en-GB" dirty="0"/>
              <a:t>Created a model with:</a:t>
            </a:r>
          </a:p>
          <a:p>
            <a:pPr lvl="1"/>
            <a:r>
              <a:rPr lang="en-GB" dirty="0"/>
              <a:t>Model Family Conv1d</a:t>
            </a:r>
          </a:p>
          <a:p>
            <a:pPr lvl="1"/>
            <a:r>
              <a:rPr lang="en-GB" dirty="0"/>
              <a:t>Medium Model Size</a:t>
            </a:r>
          </a:p>
          <a:p>
            <a:pPr lvl="1"/>
            <a:r>
              <a:rPr lang="en-GB" dirty="0"/>
              <a:t>Balanced Optimization</a:t>
            </a:r>
          </a:p>
          <a:p>
            <a:pPr lvl="1"/>
            <a:r>
              <a:rPr lang="en-GB" dirty="0"/>
              <a:t>Mid Learn Rate &amp; Regularization</a:t>
            </a:r>
          </a:p>
          <a:p>
            <a:pPr marL="457200" lvl="1" indent="0">
              <a:buNone/>
            </a:pPr>
            <a:endParaRPr lang="en-GB" dirty="0"/>
          </a:p>
          <a:p>
            <a:r>
              <a:rPr lang="en-GB" dirty="0"/>
              <a:t>Different parameters used</a:t>
            </a:r>
          </a:p>
          <a:p>
            <a:r>
              <a:rPr lang="en-GB" dirty="0"/>
              <a:t>Selection of classification with best test Statistics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5206309-0EB5-1ECA-A30C-249E7C020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noProof="0" dirty="0"/>
              <a:t>23.02.2026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EB5A81C-DA26-8B95-E384-0FF59D7EC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0DF-FFD6-462A-8578-786984FF8DCB}" type="slidenum">
              <a:rPr lang="en-GB" noProof="0" smtClean="0"/>
              <a:t>7</a:t>
            </a:fld>
            <a:endParaRPr lang="en-GB" noProof="0" dirty="0"/>
          </a:p>
        </p:txBody>
      </p:sp>
      <p:sp>
        <p:nvSpPr>
          <p:cNvPr id="8" name="Rectangle: Rounded Corners 3">
            <a:extLst>
              <a:ext uri="{FF2B5EF4-FFF2-40B4-BE49-F238E27FC236}">
                <a16:creationId xmlns:a16="http://schemas.microsoft.com/office/drawing/2014/main" id="{96E85EC3-D9DF-9DB5-4479-BE4F95EDA8A0}"/>
              </a:ext>
            </a:extLst>
          </p:cNvPr>
          <p:cNvSpPr/>
          <p:nvPr/>
        </p:nvSpPr>
        <p:spPr bwMode="auto">
          <a:xfrm>
            <a:off x="388302" y="681037"/>
            <a:ext cx="11522076" cy="828438"/>
          </a:xfrm>
          <a:prstGeom prst="roundRect">
            <a:avLst>
              <a:gd name="adj" fmla="val 9662"/>
            </a:avLst>
          </a:pr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GB" sz="2000" b="1" kern="0" noProof="0" dirty="0">
                <a:solidFill>
                  <a:srgbClr val="FFFFFF"/>
                </a:solidFill>
                <a:latin typeface="Arial"/>
                <a:cs typeface="Arial"/>
              </a:rPr>
              <a:t>Final Classification</a:t>
            </a:r>
            <a:endParaRPr lang="en-GB" sz="2000" b="1" i="1" kern="0" baseline="30000" noProof="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pic>
        <p:nvPicPr>
          <p:cNvPr id="9" name="Grafik 8" descr="Ein Bild, das Schrift, Text, Screenshot, Zahl enthält.&#10;&#10;KI-generierte Inhalte können fehlerhaft sein.">
            <a:extLst>
              <a:ext uri="{FF2B5EF4-FFF2-40B4-BE49-F238E27FC236}">
                <a16:creationId xmlns:a16="http://schemas.microsoft.com/office/drawing/2014/main" id="{5FFD4FB8-5CC3-0A10-5E5A-C18E2D451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9737" y="1922944"/>
            <a:ext cx="2086266" cy="924054"/>
          </a:xfrm>
          <a:prstGeom prst="rect">
            <a:avLst/>
          </a:prstGeom>
        </p:spPr>
      </p:pic>
      <p:pic>
        <p:nvPicPr>
          <p:cNvPr id="11" name="Grafik 10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F3F44AB0-BF71-137A-958D-E48BCE1AEB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084" y="2846998"/>
            <a:ext cx="4696920" cy="2296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453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BE68D7-2926-547B-759F-905B45C7A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D2B783EE-0239-4717-BBEA-8C9EAC61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480F9FB-47AF-52EB-CAFC-EE7CC7631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45810"/>
            <a:ext cx="5120561" cy="1325563"/>
          </a:xfrm>
        </p:spPr>
        <p:txBody>
          <a:bodyPr>
            <a:normAutofit/>
          </a:bodyPr>
          <a:lstStyle/>
          <a:p>
            <a:pPr defTabSz="5760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GB" b="1" kern="0" noProof="0" dirty="0" err="1">
                <a:latin typeface="Arial"/>
                <a:cs typeface="Arial"/>
              </a:rPr>
              <a:t>Micropython</a:t>
            </a:r>
            <a:r>
              <a:rPr lang="en-GB" b="1" kern="0" noProof="0" dirty="0">
                <a:latin typeface="Arial"/>
                <a:cs typeface="Arial"/>
              </a:rPr>
              <a:t> Code</a:t>
            </a:r>
            <a:endParaRPr lang="en-GB" b="1" i="1" kern="0" baseline="30000" noProof="0" dirty="0">
              <a:latin typeface="Arial"/>
              <a:cs typeface="Arial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1D83B08-D5ED-F1AE-4C68-8F439E7FE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092194" cy="4351338"/>
          </a:xfrm>
        </p:spPr>
        <p:txBody>
          <a:bodyPr>
            <a:normAutofit/>
          </a:bodyPr>
          <a:lstStyle/>
          <a:p>
            <a:r>
              <a:rPr lang="en-GB" noProof="0" dirty="0"/>
              <a:t>Code generation of Model</a:t>
            </a:r>
          </a:p>
          <a:p>
            <a:r>
              <a:rPr lang="en-GB" dirty="0"/>
              <a:t>Conversion to usable MP-model</a:t>
            </a:r>
            <a:endParaRPr lang="en-GB" noProof="0" dirty="0"/>
          </a:p>
          <a:p>
            <a:r>
              <a:rPr lang="en-GB" noProof="0" dirty="0"/>
              <a:t>Implementation</a:t>
            </a:r>
            <a:r>
              <a:rPr lang="en-GB" dirty="0"/>
              <a:t> in two programs</a:t>
            </a:r>
          </a:p>
          <a:p>
            <a:r>
              <a:rPr lang="en-GB" noProof="0" dirty="0"/>
              <a:t>Testing</a:t>
            </a:r>
          </a:p>
        </p:txBody>
      </p:sp>
      <p:sp>
        <p:nvSpPr>
          <p:cNvPr id="1037" name="Oval 1036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481A1BE-373A-5FDD-44F3-E3FFDC5FED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23.02.2026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0" name="Grafik 9" descr="Ein Bild, das Symbol, Logo, Kreis, Grafiken enthält.&#10;&#10;KI-generierte Inhalte können fehlerhaft sein.">
            <a:extLst>
              <a:ext uri="{FF2B5EF4-FFF2-40B4-BE49-F238E27FC236}">
                <a16:creationId xmlns:a16="http://schemas.microsoft.com/office/drawing/2014/main" id="{C2213AAF-EF90-D108-5B0C-AE9DCD13F1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740" r="1" b="1"/>
          <a:stretch>
            <a:fillRect/>
          </a:stretch>
        </p:blipFill>
        <p:spPr>
          <a:xfrm>
            <a:off x="7901259" y="2727729"/>
            <a:ext cx="4290741" cy="4130271"/>
          </a:xfrm>
          <a:custGeom>
            <a:avLst/>
            <a:gdLst/>
            <a:ahLst/>
            <a:cxnLst/>
            <a:rect l="l" t="t" r="r" b="b"/>
            <a:pathLst>
              <a:path w="4290741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1" y="751286"/>
                </a:lnTo>
                <a:lnTo>
                  <a:pt x="4290741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</p:pic>
      <p:sp>
        <p:nvSpPr>
          <p:cNvPr id="1039" name="Arc 1038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67E69F2-9F56-AF44-B4AD-1335808D1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533690DF-FFD6-462A-8578-786984FF8DCB}" type="slidenum"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AE2A55A7-12DB-D56E-9958-1B61F728F0A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A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: Rounded Corners 3">
            <a:extLst>
              <a:ext uri="{FF2B5EF4-FFF2-40B4-BE49-F238E27FC236}">
                <a16:creationId xmlns:a16="http://schemas.microsoft.com/office/drawing/2014/main" id="{8A847B4C-420E-BEEC-268E-32ACBD75F0F6}"/>
              </a:ext>
            </a:extLst>
          </p:cNvPr>
          <p:cNvSpPr/>
          <p:nvPr/>
        </p:nvSpPr>
        <p:spPr bwMode="auto">
          <a:xfrm>
            <a:off x="388302" y="681037"/>
            <a:ext cx="5707698" cy="828438"/>
          </a:xfrm>
          <a:prstGeom prst="roundRect">
            <a:avLst>
              <a:gd name="adj" fmla="val 9662"/>
            </a:avLst>
          </a:pr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760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Micropython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Code</a:t>
            </a:r>
            <a:endParaRPr kumimoji="0" lang="en-GB" sz="2000" b="1" i="1" u="none" strike="noStrike" kern="0" cap="none" spc="0" normalizeH="0" baseline="30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0969C814-E3FE-30A7-C85F-BF28DB2B9E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0399" y="-2587211"/>
            <a:ext cx="11101719" cy="7849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6753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CEEEC-60F4-81FD-158B-592A7A2BA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D9BCFC-89A1-F8B2-81E7-4D2F4AE53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4FAD284-F98A-0DB2-6DBC-1D2250B35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Transmission of punch data to client via </a:t>
            </a:r>
            <a:r>
              <a:rPr lang="en-GB" dirty="0" err="1"/>
              <a:t>WiFi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Mode of operation</a:t>
            </a:r>
          </a:p>
          <a:p>
            <a:pPr lvl="1"/>
            <a:r>
              <a:rPr lang="en-GB" dirty="0"/>
              <a:t>Read Acceleration and Gyroscope data</a:t>
            </a:r>
          </a:p>
          <a:p>
            <a:pPr lvl="1"/>
            <a:r>
              <a:rPr lang="en-GB" dirty="0"/>
              <a:t>Hand over data to model</a:t>
            </a:r>
          </a:p>
          <a:p>
            <a:pPr lvl="1"/>
            <a:r>
              <a:rPr lang="en-GB" dirty="0"/>
              <a:t>Decision Logic</a:t>
            </a:r>
          </a:p>
          <a:p>
            <a:pPr lvl="1"/>
            <a:r>
              <a:rPr lang="en-GB" dirty="0"/>
              <a:t>Transmission of result to client</a:t>
            </a:r>
          </a:p>
          <a:p>
            <a:pPr marL="457200" lvl="1" indent="0">
              <a:buNone/>
            </a:pPr>
            <a:endParaRPr lang="en-GB" dirty="0"/>
          </a:p>
          <a:p>
            <a:r>
              <a:rPr lang="en-GB" dirty="0"/>
              <a:t>Calculating velocity of punch using the IMU-acceleration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276D6E-DB7F-5227-FEEB-B34D0292F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noProof="0" dirty="0"/>
              <a:t>23.02.2026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C3A9405-D414-5280-164A-0A3277D8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0DF-FFD6-462A-8578-786984FF8DCB}" type="slidenum">
              <a:rPr lang="en-GB" noProof="0" smtClean="0"/>
              <a:t>9</a:t>
            </a:fld>
            <a:endParaRPr lang="en-GB" noProof="0" dirty="0"/>
          </a:p>
        </p:txBody>
      </p:sp>
      <p:sp>
        <p:nvSpPr>
          <p:cNvPr id="8" name="Rectangle: Rounded Corners 3">
            <a:extLst>
              <a:ext uri="{FF2B5EF4-FFF2-40B4-BE49-F238E27FC236}">
                <a16:creationId xmlns:a16="http://schemas.microsoft.com/office/drawing/2014/main" id="{C274A8A0-9E6D-5144-2016-10AACFEA4DA9}"/>
              </a:ext>
            </a:extLst>
          </p:cNvPr>
          <p:cNvSpPr/>
          <p:nvPr/>
        </p:nvSpPr>
        <p:spPr bwMode="auto">
          <a:xfrm>
            <a:off x="388302" y="681037"/>
            <a:ext cx="11522076" cy="828438"/>
          </a:xfrm>
          <a:prstGeom prst="roundRect">
            <a:avLst>
              <a:gd name="adj" fmla="val 9662"/>
            </a:avLst>
          </a:pr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GB" sz="2000" b="1" kern="0" noProof="0" dirty="0" err="1">
                <a:solidFill>
                  <a:srgbClr val="FFFFFF"/>
                </a:solidFill>
                <a:latin typeface="Arial"/>
                <a:cs typeface="Arial"/>
              </a:rPr>
              <a:t>Micropython</a:t>
            </a:r>
            <a:r>
              <a:rPr lang="en-GB" sz="2000" b="1" kern="0" noProof="0" dirty="0">
                <a:solidFill>
                  <a:srgbClr val="FFFFFF"/>
                </a:solidFill>
                <a:latin typeface="Arial"/>
                <a:cs typeface="Arial"/>
              </a:rPr>
              <a:t> Code</a:t>
            </a:r>
            <a:endParaRPr lang="en-GB" sz="2000" b="1" i="1" kern="0" baseline="30000" noProof="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pic>
        <p:nvPicPr>
          <p:cNvPr id="7" name="Grafik 6" descr="Ein Bild, das Text, Screenshot, Display, Software enthält.&#10;&#10;KI-generierte Inhalte können fehlerhaft sein.">
            <a:extLst>
              <a:ext uri="{FF2B5EF4-FFF2-40B4-BE49-F238E27FC236}">
                <a16:creationId xmlns:a16="http://schemas.microsoft.com/office/drawing/2014/main" id="{52E5FAE5-48D1-01CC-6D61-0122CC480E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001" r="70163" b="43965"/>
          <a:stretch>
            <a:fillRect/>
          </a:stretch>
        </p:blipFill>
        <p:spPr>
          <a:xfrm>
            <a:off x="8487828" y="1870075"/>
            <a:ext cx="1744744" cy="297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83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EC4FF-3E10-5B2E-A4C9-ECC6671DF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334B78-B348-9DDA-CFA6-298FC472A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9C88D14-B69D-70CA-E5EC-D083EB500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noProof="0" dirty="0"/>
              <a:t>23.02.2026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B614FAE-501E-7A71-C73D-2F5AC3512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0DF-FFD6-462A-8578-786984FF8DCB}" type="slidenum">
              <a:rPr lang="en-GB" noProof="0" smtClean="0"/>
              <a:t>10</a:t>
            </a:fld>
            <a:endParaRPr lang="en-GB" noProof="0" dirty="0"/>
          </a:p>
        </p:txBody>
      </p:sp>
      <p:sp>
        <p:nvSpPr>
          <p:cNvPr id="8" name="Rectangle: Rounded Corners 3">
            <a:extLst>
              <a:ext uri="{FF2B5EF4-FFF2-40B4-BE49-F238E27FC236}">
                <a16:creationId xmlns:a16="http://schemas.microsoft.com/office/drawing/2014/main" id="{4003A028-7F79-874B-F488-631F274093DB}"/>
              </a:ext>
            </a:extLst>
          </p:cNvPr>
          <p:cNvSpPr/>
          <p:nvPr/>
        </p:nvSpPr>
        <p:spPr bwMode="auto">
          <a:xfrm>
            <a:off x="388302" y="681037"/>
            <a:ext cx="11522076" cy="828438"/>
          </a:xfrm>
          <a:prstGeom prst="roundRect">
            <a:avLst>
              <a:gd name="adj" fmla="val 9662"/>
            </a:avLst>
          </a:pr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GB" sz="2000" b="1" kern="0" noProof="0" dirty="0" err="1">
                <a:solidFill>
                  <a:srgbClr val="FFFFFF"/>
                </a:solidFill>
                <a:latin typeface="Arial"/>
                <a:cs typeface="Arial"/>
              </a:rPr>
              <a:t>Micropython</a:t>
            </a:r>
            <a:r>
              <a:rPr lang="en-GB" sz="2000" b="1" kern="0" noProof="0" dirty="0">
                <a:solidFill>
                  <a:srgbClr val="FFFFFF"/>
                </a:solidFill>
                <a:latin typeface="Arial"/>
                <a:cs typeface="Arial"/>
              </a:rPr>
              <a:t> Code</a:t>
            </a:r>
            <a:endParaRPr lang="en-GB" sz="2000" b="1" i="1" kern="0" baseline="30000" noProof="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D47EC76D-CB33-535A-F7DB-73302DFDB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Publish punch data to </a:t>
            </a:r>
            <a:r>
              <a:rPr lang="en-GB" dirty="0" err="1"/>
              <a:t>Ubidots</a:t>
            </a:r>
            <a:endParaRPr lang="en-GB" dirty="0"/>
          </a:p>
          <a:p>
            <a:r>
              <a:rPr lang="en-GB" dirty="0"/>
              <a:t>Mode  of operation</a:t>
            </a:r>
          </a:p>
          <a:p>
            <a:pPr lvl="1"/>
            <a:r>
              <a:rPr lang="en-GB" dirty="0"/>
              <a:t>Same as first program</a:t>
            </a:r>
          </a:p>
          <a:p>
            <a:pPr lvl="1"/>
            <a:r>
              <a:rPr lang="en-GB" dirty="0"/>
              <a:t>Publish to MQTT server</a:t>
            </a:r>
          </a:p>
          <a:p>
            <a:r>
              <a:rPr lang="en-GB" dirty="0"/>
              <a:t>Dashboard</a:t>
            </a:r>
          </a:p>
          <a:p>
            <a:pPr lvl="1"/>
            <a:r>
              <a:rPr lang="en-GB" dirty="0"/>
              <a:t>Save data in a table</a:t>
            </a:r>
          </a:p>
          <a:p>
            <a:pPr lvl="1"/>
            <a:r>
              <a:rPr lang="de-AT" dirty="0"/>
              <a:t>Start </a:t>
            </a:r>
            <a:r>
              <a:rPr lang="de-AT" dirty="0" err="1"/>
              <a:t>new</a:t>
            </a:r>
            <a:r>
              <a:rPr lang="de-AT" dirty="0"/>
              <a:t> </a:t>
            </a:r>
            <a:r>
              <a:rPr lang="de-AT" dirty="0" err="1"/>
              <a:t>training</a:t>
            </a:r>
            <a:r>
              <a:rPr lang="de-AT" dirty="0"/>
              <a:t> </a:t>
            </a:r>
            <a:r>
              <a:rPr lang="de-AT" dirty="0" err="1"/>
              <a:t>sessions</a:t>
            </a:r>
            <a:r>
              <a:rPr lang="de-AT" dirty="0"/>
              <a:t> </a:t>
            </a:r>
            <a:r>
              <a:rPr lang="de-AT" dirty="0" err="1"/>
              <a:t>with</a:t>
            </a:r>
            <a:r>
              <a:rPr lang="de-AT" dirty="0"/>
              <a:t> </a:t>
            </a:r>
            <a:r>
              <a:rPr lang="de-AT" dirty="0" err="1"/>
              <a:t>user</a:t>
            </a:r>
            <a:r>
              <a:rPr lang="de-AT" dirty="0"/>
              <a:t> </a:t>
            </a:r>
            <a:br>
              <a:rPr lang="de-AT" dirty="0"/>
            </a:br>
            <a:r>
              <a:rPr lang="de-AT" dirty="0" err="1"/>
              <a:t>button</a:t>
            </a:r>
            <a:endParaRPr lang="de-AT" dirty="0"/>
          </a:p>
        </p:txBody>
      </p:sp>
      <p:pic>
        <p:nvPicPr>
          <p:cNvPr id="12" name="Grafik 11" descr="Ein Bild, das Text, Screenshot, Zahl, Schrift enthält.&#10;&#10;KI-generierte Inhalte können fehlerhaft sein.">
            <a:extLst>
              <a:ext uri="{FF2B5EF4-FFF2-40B4-BE49-F238E27FC236}">
                <a16:creationId xmlns:a16="http://schemas.microsoft.com/office/drawing/2014/main" id="{FBC79BFA-4AC5-A373-6DFF-799563DF6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975" y="1870075"/>
            <a:ext cx="5043604" cy="364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870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8F5AF-2E23-BEFE-6BC1-B4D534AFB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F140C5-9AA7-C982-774A-2DE2FE881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6E70A6D-D365-C64A-387A-75AAE10CB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noProof="0" dirty="0"/>
              <a:t>Overlapping labels</a:t>
            </a:r>
            <a:r>
              <a:rPr lang="en-GB" dirty="0"/>
              <a:t>, DEEPCRAFT Studio sometimes set two labels above each other</a:t>
            </a:r>
            <a:endParaRPr lang="en-GB" noProof="0" dirty="0"/>
          </a:p>
          <a:p>
            <a:r>
              <a:rPr lang="en-GB" noProof="0" dirty="0"/>
              <a:t>No clear indications on what ma</a:t>
            </a:r>
            <a:r>
              <a:rPr lang="en-GB" dirty="0" err="1"/>
              <a:t>kes</a:t>
            </a:r>
            <a:r>
              <a:rPr lang="en-GB" dirty="0"/>
              <a:t> model better or worse</a:t>
            </a:r>
          </a:p>
          <a:p>
            <a:r>
              <a:rPr lang="en-GB" dirty="0"/>
              <a:t>It was not achievable to enqueue Data fast enough in our </a:t>
            </a:r>
            <a:r>
              <a:rPr lang="en-GB" dirty="0" err="1"/>
              <a:t>Micropython</a:t>
            </a:r>
            <a:r>
              <a:rPr lang="en-GB" dirty="0"/>
              <a:t> Code (fastest Loop runtime 3ms). Needed to </a:t>
            </a:r>
            <a:r>
              <a:rPr lang="en-GB" dirty="0" err="1"/>
              <a:t>downsample</a:t>
            </a:r>
            <a:r>
              <a:rPr lang="en-GB" dirty="0"/>
              <a:t> our Data to 100Hz</a:t>
            </a:r>
          </a:p>
          <a:p>
            <a:r>
              <a:rPr lang="en-GB" dirty="0"/>
              <a:t>Using an if-selection to time enqueue did not work/lead to the PSOC6 stalling after a few seconds (Busy waiting). Used </a:t>
            </a:r>
            <a:r>
              <a:rPr lang="en-GB" dirty="0" err="1"/>
              <a:t>time.wait_ms</a:t>
            </a:r>
            <a:r>
              <a:rPr lang="en-GB" dirty="0"/>
              <a:t>() instead</a:t>
            </a:r>
          </a:p>
          <a:p>
            <a:r>
              <a:rPr lang="en-GB" dirty="0"/>
              <a:t>Predictions for one punch are greater than 0.6 over two contextual windows.</a:t>
            </a:r>
          </a:p>
          <a:p>
            <a:r>
              <a:rPr lang="en-GB" dirty="0"/>
              <a:t>Reaction and loop time got worse publishing messages to </a:t>
            </a:r>
            <a:r>
              <a:rPr lang="en-GB" dirty="0" err="1"/>
              <a:t>Ubidots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62B3FA-00C1-9EE6-1D74-E4B044BBE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noProof="0" dirty="0"/>
              <a:t>23.02.2026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358572C-AB05-ECD6-B505-C87F61376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0DF-FFD6-462A-8578-786984FF8DCB}" type="slidenum">
              <a:rPr lang="en-GB" noProof="0" smtClean="0"/>
              <a:t>11</a:t>
            </a:fld>
            <a:endParaRPr lang="en-GB" noProof="0" dirty="0"/>
          </a:p>
        </p:txBody>
      </p:sp>
      <p:sp>
        <p:nvSpPr>
          <p:cNvPr id="8" name="Rectangle: Rounded Corners 3">
            <a:extLst>
              <a:ext uri="{FF2B5EF4-FFF2-40B4-BE49-F238E27FC236}">
                <a16:creationId xmlns:a16="http://schemas.microsoft.com/office/drawing/2014/main" id="{2B3438B7-EF5B-59AA-36AC-D1B6B1D0A3AA}"/>
              </a:ext>
            </a:extLst>
          </p:cNvPr>
          <p:cNvSpPr/>
          <p:nvPr/>
        </p:nvSpPr>
        <p:spPr bwMode="auto">
          <a:xfrm>
            <a:off x="388302" y="681037"/>
            <a:ext cx="11522076" cy="828438"/>
          </a:xfrm>
          <a:prstGeom prst="roundRect">
            <a:avLst>
              <a:gd name="adj" fmla="val 9662"/>
            </a:avLst>
          </a:pr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GB" sz="2000" b="1" kern="0" noProof="0" dirty="0">
                <a:solidFill>
                  <a:srgbClr val="FFFFFF"/>
                </a:solidFill>
                <a:latin typeface="Arial"/>
                <a:cs typeface="Arial"/>
              </a:rPr>
              <a:t>Problems faced</a:t>
            </a:r>
            <a:endParaRPr lang="en-GB" sz="2000" b="1" i="1" kern="0" baseline="30000" noProof="0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16278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008C3-ED2D-EB62-394B-433722099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9A040E-1E96-2C07-B001-F42A0250F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3F8CDC0-BC9F-14E4-28C1-E083C63F0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9CDA017-7409-470C-BDAC-910FD8EBC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noProof="0" dirty="0"/>
              <a:t>23.02.2026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4323A6F-8BD8-7FEF-6E7C-D070DC6A6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0DF-FFD6-462A-8578-786984FF8DCB}" type="slidenum">
              <a:rPr lang="en-GB" noProof="0" smtClean="0"/>
              <a:t>12</a:t>
            </a:fld>
            <a:endParaRPr lang="en-GB" noProof="0" dirty="0"/>
          </a:p>
        </p:txBody>
      </p:sp>
      <p:sp>
        <p:nvSpPr>
          <p:cNvPr id="8" name="Rectangle: Rounded Corners 3">
            <a:extLst>
              <a:ext uri="{FF2B5EF4-FFF2-40B4-BE49-F238E27FC236}">
                <a16:creationId xmlns:a16="http://schemas.microsoft.com/office/drawing/2014/main" id="{9F550BB5-19AF-75E8-64F7-05BABF369E56}"/>
              </a:ext>
            </a:extLst>
          </p:cNvPr>
          <p:cNvSpPr/>
          <p:nvPr/>
        </p:nvSpPr>
        <p:spPr bwMode="auto">
          <a:xfrm>
            <a:off x="334962" y="365125"/>
            <a:ext cx="11522076" cy="5811838"/>
          </a:xfrm>
          <a:prstGeom prst="roundRect">
            <a:avLst>
              <a:gd name="adj" fmla="val 9662"/>
            </a:avLst>
          </a:pr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760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GB" sz="6000" b="1" kern="0" noProof="0" dirty="0">
                <a:solidFill>
                  <a:srgbClr val="FFFFFF"/>
                </a:solidFill>
                <a:latin typeface="Arial"/>
                <a:cs typeface="Arial"/>
              </a:rPr>
              <a:t>Demonstration</a:t>
            </a:r>
            <a:r>
              <a:rPr lang="en-GB" sz="2000" b="1" kern="0" noProof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lang="en-GB" sz="2000" b="1" i="1" kern="0" baseline="30000" noProof="0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89918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8981FF-DF34-210B-697F-AD12EEA63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C768FE-B886-8689-5A86-F98AFDEEA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1F83679-7393-E73C-8E4A-B339DCFD0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AT"/>
              <a:t>23.02.2026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D15210C-214C-8774-3C71-6AD6E442E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0DF-FFD6-462A-8578-786984FF8DCB}" type="slidenum">
              <a:rPr lang="de-AT" smtClean="0"/>
              <a:t>13</a:t>
            </a:fld>
            <a:endParaRPr lang="de-AT"/>
          </a:p>
        </p:txBody>
      </p:sp>
      <p:sp>
        <p:nvSpPr>
          <p:cNvPr id="6" name="Rectangle: Rounded Corners 3">
            <a:extLst>
              <a:ext uri="{FF2B5EF4-FFF2-40B4-BE49-F238E27FC236}">
                <a16:creationId xmlns:a16="http://schemas.microsoft.com/office/drawing/2014/main" id="{D99405A8-E332-DD7B-4CDB-71076D66EF32}"/>
              </a:ext>
            </a:extLst>
          </p:cNvPr>
          <p:cNvSpPr/>
          <p:nvPr/>
        </p:nvSpPr>
        <p:spPr bwMode="auto">
          <a:xfrm>
            <a:off x="-841829" y="-1"/>
            <a:ext cx="14006285" cy="7039429"/>
          </a:xfrm>
          <a:prstGeom prst="roundRect">
            <a:avLst>
              <a:gd name="adj" fmla="val 9662"/>
            </a:avLst>
          </a:pr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760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GB" sz="2000" b="1" kern="0" noProof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lang="en-GB" sz="2000" b="1" i="1" kern="0" baseline="30000" noProof="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graphicFrame>
        <p:nvGraphicFramePr>
          <p:cNvPr id="9" name="Inhaltsplatzhalter 2">
            <a:extLst>
              <a:ext uri="{FF2B5EF4-FFF2-40B4-BE49-F238E27FC236}">
                <a16:creationId xmlns:a16="http://schemas.microsoft.com/office/drawing/2014/main" id="{FCA5AA0E-1201-C0FF-0DCB-F82BA90086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3330161"/>
              </p:ext>
            </p:extLst>
          </p:nvPr>
        </p:nvGraphicFramePr>
        <p:xfrm>
          <a:off x="1637124" y="1646238"/>
          <a:ext cx="8641977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Titel 1">
            <a:extLst>
              <a:ext uri="{FF2B5EF4-FFF2-40B4-BE49-F238E27FC236}">
                <a16:creationId xmlns:a16="http://schemas.microsoft.com/office/drawing/2014/main" id="{40327FD6-F843-7E00-237A-878CEDAC314A}"/>
              </a:ext>
            </a:extLst>
          </p:cNvPr>
          <p:cNvSpPr txBox="1">
            <a:spLocks/>
          </p:cNvSpPr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576000" eaLnBrk="0" fontAlgn="base" hangingPunct="0">
              <a:spcAft>
                <a:spcPct val="0"/>
              </a:spcAft>
              <a:defRPr/>
            </a:pPr>
            <a:r>
              <a:rPr lang="en-GB" sz="4000" b="1" kern="0">
                <a:solidFill>
                  <a:srgbClr val="FFFFFF"/>
                </a:solidFill>
                <a:latin typeface="Arial"/>
                <a:cs typeface="Arial"/>
              </a:rPr>
              <a:t>About the future </a:t>
            </a:r>
            <a:endParaRPr lang="en-GB" sz="4000" b="1" i="1" kern="0" baseline="3000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190841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DA5F4-1F01-F46C-F6E2-11874A628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DE5621-5596-B12D-CFD3-F6DC1A8954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0EDF354-AF53-FE1A-C4DC-B178C1A4E6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noProof="0" dirty="0"/>
          </a:p>
        </p:txBody>
      </p:sp>
      <p:pic>
        <p:nvPicPr>
          <p:cNvPr id="5" name="Grafik 4" descr="Ein Bild, das Menschliches Gesicht, Person, Kleidung, Lächeln enthält.&#10;&#10;KI-generierte Inhalte können fehlerhaft sein.">
            <a:extLst>
              <a:ext uri="{FF2B5EF4-FFF2-40B4-BE49-F238E27FC236}">
                <a16:creationId xmlns:a16="http://schemas.microsoft.com/office/drawing/2014/main" id="{3478D453-DDA9-6401-AAA1-D67986EA43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84967" y="0"/>
            <a:ext cx="16225222" cy="7089041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C86F1994-8652-047E-03FB-A4B8C07BCB57}"/>
              </a:ext>
            </a:extLst>
          </p:cNvPr>
          <p:cNvSpPr txBox="1"/>
          <p:nvPr/>
        </p:nvSpPr>
        <p:spPr>
          <a:xfrm>
            <a:off x="745308" y="2801248"/>
            <a:ext cx="107013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noProof="0" dirty="0">
                <a:solidFill>
                  <a:schemeClr val="bg1"/>
                </a:solidFill>
              </a:rPr>
              <a:t>Thank you for</a:t>
            </a:r>
            <a:r>
              <a:rPr lang="en-GB" sz="6000" dirty="0">
                <a:solidFill>
                  <a:schemeClr val="bg1"/>
                </a:solidFill>
              </a:rPr>
              <a:t> your attention!</a:t>
            </a:r>
            <a:endParaRPr lang="en-GB" sz="6000" noProof="0" dirty="0">
              <a:solidFill>
                <a:schemeClr val="bg1"/>
              </a:solidFill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39A20A0-7D86-E572-4E44-F3A72BDF0EC2}"/>
              </a:ext>
            </a:extLst>
          </p:cNvPr>
          <p:cNvSpPr txBox="1"/>
          <p:nvPr/>
        </p:nvSpPr>
        <p:spPr>
          <a:xfrm>
            <a:off x="6095999" y="6105812"/>
            <a:ext cx="5296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 dirty="0">
                <a:solidFill>
                  <a:schemeClr val="bg1"/>
                </a:solidFill>
              </a:rPr>
              <a:t>Tobias Riedelberger, Theo </a:t>
            </a:r>
            <a:r>
              <a:rPr lang="en-GB" noProof="0" dirty="0" err="1">
                <a:solidFill>
                  <a:schemeClr val="bg1"/>
                </a:solidFill>
              </a:rPr>
              <a:t>Corneaux</a:t>
            </a:r>
            <a:r>
              <a:rPr lang="en-GB" noProof="0" dirty="0">
                <a:solidFill>
                  <a:schemeClr val="bg1"/>
                </a:solidFill>
              </a:rPr>
              <a:t>, Tobias Holzner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55A1CDD-B326-112D-A0CA-5E174A3E0404}"/>
              </a:ext>
            </a:extLst>
          </p:cNvPr>
          <p:cNvSpPr txBox="1"/>
          <p:nvPr/>
        </p:nvSpPr>
        <p:spPr>
          <a:xfrm>
            <a:off x="799551" y="6105812"/>
            <a:ext cx="1007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 dirty="0">
                <a:solidFill>
                  <a:schemeClr val="bg1"/>
                </a:solidFill>
              </a:rPr>
              <a:t>TU Wien</a:t>
            </a:r>
          </a:p>
          <a:p>
            <a:endParaRPr lang="en-GB" noProof="0" dirty="0">
              <a:solidFill>
                <a:schemeClr val="bg1"/>
              </a:solidFill>
            </a:endParaRP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8FF72042-6A5F-D1DD-0E33-CD70F9715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1" y="6356976"/>
            <a:ext cx="2743200" cy="365125"/>
          </a:xfrm>
        </p:spPr>
        <p:txBody>
          <a:bodyPr/>
          <a:lstStyle/>
          <a:p>
            <a:r>
              <a:rPr lang="en-GB" noProof="0" dirty="0"/>
              <a:t>23.02.2026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3886CBE7-F922-0DF0-5231-6050E9BF8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0DF-FFD6-462A-8578-786984FF8DCB}" type="slidenum">
              <a:rPr lang="en-GB" noProof="0" smtClean="0"/>
              <a:t>14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576326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f1a47b5-10f0-4178-af4a-bbe7cc4004c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041D5FB7F9ADB4FA3268D6933894E4E" ma:contentTypeVersion="11" ma:contentTypeDescription="Ein neues Dokument erstellen." ma:contentTypeScope="" ma:versionID="1716f861161e7a5f6104ad8e56853467">
  <xsd:schema xmlns:xsd="http://www.w3.org/2001/XMLSchema" xmlns:xs="http://www.w3.org/2001/XMLSchema" xmlns:p="http://schemas.microsoft.com/office/2006/metadata/properties" xmlns:ns3="bf1a47b5-10f0-4178-af4a-bbe7cc4004c3" targetNamespace="http://schemas.microsoft.com/office/2006/metadata/properties" ma:root="true" ma:fieldsID="8ee1bf931531000dc41501df99fd4e2b" ns3:_="">
    <xsd:import namespace="bf1a47b5-10f0-4178-af4a-bbe7cc4004c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1a47b5-10f0-4178-af4a-bbe7cc4004c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12945CB-A677-4013-820C-0AEFE2C4DC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2A40F2-5398-4DE1-A8FC-C0BA56DCE4EA}">
  <ds:schemaRefs>
    <ds:schemaRef ds:uri="bf1a47b5-10f0-4178-af4a-bbe7cc4004c3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www.w3.org/XML/1998/namespace"/>
    <ds:schemaRef ds:uri="http://purl.org/dc/dcmitype/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68909959-C625-4C65-88C3-A1F8ACE56D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1a47b5-10f0-4178-af4a-bbe7cc4004c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1019</Words>
  <Application>Microsoft Office PowerPoint</Application>
  <PresentationFormat>Breitbild</PresentationFormat>
  <Paragraphs>155</Paragraphs>
  <Slides>14</Slides>
  <Notes>12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</vt:lpstr>
      <vt:lpstr>PowerPoint-Präsentation</vt:lpstr>
      <vt:lpstr>PowerPoint-Präsentation</vt:lpstr>
      <vt:lpstr>Design of Holder</vt:lpstr>
      <vt:lpstr>PowerPoint-Präsentation</vt:lpstr>
      <vt:lpstr>PowerPoint-Präsentation</vt:lpstr>
      <vt:lpstr>PowerPoint-Präsentation</vt:lpstr>
      <vt:lpstr>PowerPoint-Präsentation</vt:lpstr>
      <vt:lpstr>Micropython Code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Riedelberger, Tobias</dc:creator>
  <cp:lastModifiedBy>Holzner, Tobias</cp:lastModifiedBy>
  <cp:revision>15</cp:revision>
  <dcterms:created xsi:type="dcterms:W3CDTF">2026-02-20T16:22:17Z</dcterms:created>
  <dcterms:modified xsi:type="dcterms:W3CDTF">2026-02-22T19:45:10Z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0x010100B041D5FB7F9ADB4FA3268D6933894E4E</vt:lpwstr>
  </property>
</Properties>
</file>