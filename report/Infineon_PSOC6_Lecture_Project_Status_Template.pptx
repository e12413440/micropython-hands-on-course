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10"/>
  </p:notesMasterIdLst>
  <p:handoutMasterIdLst>
    <p:handoutMasterId r:id="rId11"/>
  </p:handoutMasterIdLst>
  <p:sldIdLst>
    <p:sldId id="2147471886" r:id="rId5"/>
    <p:sldId id="2147483465" r:id="rId6"/>
    <p:sldId id="2147483462" r:id="rId7"/>
    <p:sldId id="2147483464" r:id="rId8"/>
    <p:sldId id="2147471884" r:id="rId9"/>
  </p:sldIdLst>
  <p:sldSz cx="12192000" cy="6858000"/>
  <p:notesSz cx="7099300" cy="10234613"/>
  <p:custDataLst>
    <p:tags r:id="rId12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949" autoAdjust="0"/>
    <p:restoredTop sz="94696" autoAdjust="0"/>
  </p:normalViewPr>
  <p:slideViewPr>
    <p:cSldViewPr snapToObjects="1" showGuides="1">
      <p:cViewPr varScale="1">
        <p:scale>
          <a:sx n="111" d="100"/>
          <a:sy n="111" d="100"/>
        </p:scale>
        <p:origin x="1056" y="9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gs" Target="tags/tag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‹Nr.›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‹Nr.›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‹Nr.›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T</a:t>
            </a:r>
            <a:r>
              <a:rPr lang="en-US" sz="2000" b="1" i="1" baseline="30000" dirty="0">
                <a:solidFill>
                  <a:schemeClr val="bg1"/>
                </a:solidFill>
                <a:latin typeface="+mn-lt"/>
              </a:rPr>
              <a:t>2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C</a:t>
            </a:r>
            <a:endParaRPr lang="en-US" sz="2000" b="1" i="1" baseline="30000" dirty="0">
              <a:solidFill>
                <a:schemeClr val="bg1"/>
              </a:solidFill>
              <a:latin typeface="+mn-lt"/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</a:t>
            </a:r>
            <a:r>
              <a:rPr lang="en-US" sz="1600" i="1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i="1" dirty="0">
                <a:solidFill>
                  <a:schemeClr val="bg1"/>
                </a:solidFill>
                <a:latin typeface="+mn-lt"/>
              </a:rPr>
              <a:t>Theo </a:t>
            </a:r>
            <a:r>
              <a:rPr lang="en-US" sz="1200" i="1" dirty="0" err="1">
                <a:solidFill>
                  <a:schemeClr val="bg1"/>
                </a:solidFill>
                <a:latin typeface="+mn-lt"/>
              </a:rPr>
              <a:t>Corneux</a:t>
            </a:r>
            <a:r>
              <a:rPr lang="en-US" sz="1200" i="1" dirty="0">
                <a:solidFill>
                  <a:schemeClr val="bg1"/>
                </a:solidFill>
                <a:latin typeface="+mn-lt"/>
              </a:rPr>
              <a:t>, Tobias Holzner, Tobias </a:t>
            </a:r>
            <a:r>
              <a:rPr lang="en-US" sz="1200" i="1" dirty="0" err="1">
                <a:solidFill>
                  <a:schemeClr val="bg1"/>
                </a:solidFill>
                <a:latin typeface="+mn-lt"/>
              </a:rPr>
              <a:t>Riedelberger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36449" y="2223329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Data Acquisition of right hand boxing punches from different people including uppercut, straight hit and </a:t>
            </a:r>
            <a:r>
              <a:rPr lang="en-US" dirty="0" err="1">
                <a:solidFill>
                  <a:schemeClr val="tx1"/>
                </a:solidFill>
              </a:rPr>
              <a:t>sidehook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Construction of battery &amp; PSOC6 holder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3d printed prototype of said holder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Tried out data acquisition for punches of both hands using two separate boxing gloves.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Create classification project for collected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Generating models and trying out different parameters to achieve the best outcome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 the training job and evaluate the results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Convert the model and load it  onto the PSOC6 board.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Write code in Thonny to use IMU on PSOC6 board using the IMU-Library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Usefulness of collecting data for both hands (Maybe use the Rotate IMU Node to differ between inputs)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Is it possible to create custom nodes? Want to use them for discrete Integration to calculate maximum velocity of the punch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Should we focus on data from just one person for now or include many varying punch speeds and “techniques” from different people? 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computer, Im Haus, Everyday Carry, Zubehör enthält.&#10;&#10;KI-generierte Inhalte können fehlerhaft sein.">
            <a:extLst>
              <a:ext uri="{FF2B5EF4-FFF2-40B4-BE49-F238E27FC236}">
                <a16:creationId xmlns:a16="http://schemas.microsoft.com/office/drawing/2014/main" id="{87A63A1D-A232-C8A8-4377-620004853E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703" y="1124744"/>
            <a:ext cx="3835002" cy="5113337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F5A3090F-BB90-0D0F-BE39-C5FD411F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Progress-</a:t>
            </a:r>
            <a:r>
              <a:rPr lang="de-AT" dirty="0" err="1"/>
              <a:t>Documentation</a:t>
            </a:r>
            <a:endParaRPr lang="de-AT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9A58B0-DBB7-F659-6AB1-EC67C131758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05CA16-7C6F-651B-C72E-6B324591B3E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Grafik 8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5E865CAB-CECE-9DAF-F479-762A6EC97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873" y="1124744"/>
            <a:ext cx="2876253" cy="5113337"/>
          </a:xfrm>
          <a:prstGeom prst="rect">
            <a:avLst/>
          </a:prstGeom>
        </p:spPr>
      </p:pic>
      <p:pic>
        <p:nvPicPr>
          <p:cNvPr id="11" name="Grafik 10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3840C3F0-1DA6-71D2-7F8C-2C503975BC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7162" y="1124744"/>
            <a:ext cx="3835003" cy="5113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776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99A1D5-F553-4264-9022-E0136C61CE27}">
  <ds:schemaRefs>
    <ds:schemaRef ds:uri="http://schemas.microsoft.com/office/infopath/2007/PartnerControls"/>
    <ds:schemaRef ds:uri="3df75a81-b7cb-4783-ab8b-190cb7919186"/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304</Words>
  <Application>Microsoft Office PowerPoint</Application>
  <PresentationFormat>Breitbild</PresentationFormat>
  <Paragraphs>47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7" baseType="lpstr">
      <vt:lpstr>Arial</vt:lpstr>
      <vt:lpstr>Infineon 16:9</vt:lpstr>
      <vt:lpstr> Infineon PSOC6 Lecture project status </vt:lpstr>
      <vt:lpstr>Progress-Documentation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Holzner, Tobias</cp:lastModifiedBy>
  <cp:revision>10</cp:revision>
  <dcterms:created xsi:type="dcterms:W3CDTF">2024-04-15T16:23:15Z</dcterms:created>
  <dcterms:modified xsi:type="dcterms:W3CDTF">2026-02-13T12:32:52Z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